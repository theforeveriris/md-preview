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6"/>
  </p:notesMasterIdLst>
  <p:handoutMasterIdLst>
    <p:handoutMasterId r:id="rId27"/>
  </p:handoutMasterIdLst>
  <p:sldIdLst>
    <p:sldId id="277" r:id="rId2"/>
    <p:sldId id="257" r:id="rId3"/>
    <p:sldId id="333" r:id="rId4"/>
    <p:sldId id="259" r:id="rId5"/>
    <p:sldId id="278" r:id="rId6"/>
    <p:sldId id="275" r:id="rId7"/>
    <p:sldId id="364" r:id="rId8"/>
    <p:sldId id="365" r:id="rId9"/>
    <p:sldId id="366" r:id="rId10"/>
    <p:sldId id="368" r:id="rId11"/>
    <p:sldId id="370" r:id="rId12"/>
    <p:sldId id="369" r:id="rId13"/>
    <p:sldId id="367" r:id="rId14"/>
    <p:sldId id="373" r:id="rId15"/>
    <p:sldId id="375" r:id="rId16"/>
    <p:sldId id="371" r:id="rId17"/>
    <p:sldId id="372" r:id="rId18"/>
    <p:sldId id="292" r:id="rId19"/>
    <p:sldId id="288" r:id="rId20"/>
    <p:sldId id="376" r:id="rId21"/>
    <p:sldId id="377" r:id="rId22"/>
    <p:sldId id="291" r:id="rId23"/>
    <p:sldId id="294" r:id="rId24"/>
    <p:sldId id="293" r:id="rId25"/>
  </p:sldIdLst>
  <p:sldSz cx="12192000" cy="6858000"/>
  <p:notesSz cx="6858000" cy="9144000"/>
  <p:embeddedFontLst>
    <p:embeddedFont>
      <p:font typeface="맑은 고딕" panose="020B0503020000020004" pitchFamily="34" charset="-127"/>
      <p:regular r:id="rId28"/>
      <p:bold r:id="rId2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959"/>
    <a:srgbClr val="ADEDF7"/>
    <a:srgbClr val="082D6E"/>
    <a:srgbClr val="1F7BF5"/>
    <a:srgbClr val="A0C6FB"/>
    <a:srgbClr val="2A87FE"/>
    <a:srgbClr val="4188F6"/>
    <a:srgbClr val="B7AAFC"/>
    <a:srgbClr val="FFEFD9"/>
    <a:srgbClr val="FF6E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47" autoAdjust="0"/>
    <p:restoredTop sz="94660"/>
  </p:normalViewPr>
  <p:slideViewPr>
    <p:cSldViewPr snapToGrid="0">
      <p:cViewPr varScale="1">
        <p:scale>
          <a:sx n="95" d="100"/>
          <a:sy n="95" d="100"/>
        </p:scale>
        <p:origin x="90" y="52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0" d="100"/>
          <a:sy n="80" d="100"/>
        </p:scale>
        <p:origin x="306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247FDBB1-5EC9-40FD-9A36-D4E35C581F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4" name="바닥글 개체 틀 3">
            <a:extLst>
              <a:ext uri="{FF2B5EF4-FFF2-40B4-BE49-F238E27FC236}">
                <a16:creationId xmlns:a16="http://schemas.microsoft.com/office/drawing/2014/main" id="{B6AF1716-40E8-4512-B252-D7362A0E94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0EE3C99E-C3C0-40AD-AD91-8E96E8F586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86696-F86F-4066-9FDD-77F2B013FA08}" type="slidenum">
              <a:rPr lang="ko-KR" altLang="en-US" smtClean="0"/>
              <a:t>‹#›</a:t>
            </a:fld>
            <a:endParaRPr lang="ko-KR" altLang="en-US" dirty="0"/>
          </a:p>
        </p:txBody>
      </p:sp>
    </p:spTree>
    <p:extLst>
      <p:ext uri="{BB962C8B-B14F-4D97-AF65-F5344CB8AC3E}">
        <p14:creationId xmlns:p14="http://schemas.microsoft.com/office/powerpoint/2010/main" val="2128592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49F08-9100-4AF5-BC0A-FC6A093BE3CC}" type="datetimeFigureOut">
              <a:rPr lang="ko-KR" altLang="en-US" smtClean="0"/>
              <a:t>2026-05-27</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FC7D2-309F-4B1D-AF63-DB3D4B544859}" type="slidenum">
              <a:rPr lang="ko-KR" altLang="en-US" smtClean="0"/>
              <a:t>‹#›</a:t>
            </a:fld>
            <a:endParaRPr lang="ko-KR" altLang="en-US" dirty="0"/>
          </a:p>
        </p:txBody>
      </p:sp>
    </p:spTree>
    <p:extLst>
      <p:ext uri="{BB962C8B-B14F-4D97-AF65-F5344CB8AC3E}">
        <p14:creationId xmlns:p14="http://schemas.microsoft.com/office/powerpoint/2010/main" val="37179335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2" name="그래픽 1">
            <a:extLst>
              <a:ext uri="{FF2B5EF4-FFF2-40B4-BE49-F238E27FC236}">
                <a16:creationId xmlns:a16="http://schemas.microsoft.com/office/drawing/2014/main" id="{B517B6C2-16F0-4591-86B4-E7E735198D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69200" y="600822"/>
            <a:ext cx="4622800" cy="6257177"/>
          </a:xfrm>
          <a:prstGeom prst="rect">
            <a:avLst/>
          </a:prstGeom>
        </p:spPr>
      </p:pic>
      <p:pic>
        <p:nvPicPr>
          <p:cNvPr id="3" name="그래픽 2">
            <a:extLst>
              <a:ext uri="{FF2B5EF4-FFF2-40B4-BE49-F238E27FC236}">
                <a16:creationId xmlns:a16="http://schemas.microsoft.com/office/drawing/2014/main" id="{8A19BA01-DF51-469C-8406-9A8E13F1EED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336362"/>
            <a:ext cx="2302617" cy="6521638"/>
          </a:xfrm>
          <a:prstGeom prst="rect">
            <a:avLst/>
          </a:prstGeom>
        </p:spPr>
      </p:pic>
    </p:spTree>
    <p:extLst>
      <p:ext uri="{BB962C8B-B14F-4D97-AF65-F5344CB8AC3E}">
        <p14:creationId xmlns:p14="http://schemas.microsoft.com/office/powerpoint/2010/main" val="25494878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pic>
        <p:nvPicPr>
          <p:cNvPr id="47" name="그래픽 46">
            <a:extLst>
              <a:ext uri="{FF2B5EF4-FFF2-40B4-BE49-F238E27FC236}">
                <a16:creationId xmlns:a16="http://schemas.microsoft.com/office/drawing/2014/main" id="{F45768F0-8FFA-4089-8350-4CB1C1E09F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05732" y="0"/>
            <a:ext cx="3986267" cy="3988340"/>
          </a:xfrm>
          <a:prstGeom prst="rect">
            <a:avLst/>
          </a:prstGeom>
        </p:spPr>
      </p:pic>
    </p:spTree>
    <p:extLst>
      <p:ext uri="{BB962C8B-B14F-4D97-AF65-F5344CB8AC3E}">
        <p14:creationId xmlns:p14="http://schemas.microsoft.com/office/powerpoint/2010/main" val="38756135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pic>
        <p:nvPicPr>
          <p:cNvPr id="6" name="그래픽 5">
            <a:extLst>
              <a:ext uri="{FF2B5EF4-FFF2-40B4-BE49-F238E27FC236}">
                <a16:creationId xmlns:a16="http://schemas.microsoft.com/office/drawing/2014/main" id="{55F9C07D-3A3B-4814-A30B-020E774B4B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594789" y="1594789"/>
            <a:ext cx="6858000" cy="3668421"/>
          </a:xfrm>
          <a:prstGeom prst="rect">
            <a:avLst/>
          </a:prstGeom>
        </p:spPr>
      </p:pic>
    </p:spTree>
    <p:extLst>
      <p:ext uri="{BB962C8B-B14F-4D97-AF65-F5344CB8AC3E}">
        <p14:creationId xmlns:p14="http://schemas.microsoft.com/office/powerpoint/2010/main" val="1892753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7" name="그래픽 6">
            <a:extLst>
              <a:ext uri="{FF2B5EF4-FFF2-40B4-BE49-F238E27FC236}">
                <a16:creationId xmlns:a16="http://schemas.microsoft.com/office/drawing/2014/main" id="{CE78E2BC-1B68-48E5-89D0-CD42C19BB4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569251" y="-1569249"/>
            <a:ext cx="1712901" cy="4851402"/>
          </a:xfrm>
          <a:prstGeom prst="rect">
            <a:avLst/>
          </a:prstGeom>
        </p:spPr>
      </p:pic>
      <p:pic>
        <p:nvPicPr>
          <p:cNvPr id="18" name="그래픽 17">
            <a:extLst>
              <a:ext uri="{FF2B5EF4-FFF2-40B4-BE49-F238E27FC236}">
                <a16:creationId xmlns:a16="http://schemas.microsoft.com/office/drawing/2014/main" id="{736E11F8-296A-420C-B437-4995F37144C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909849" y="3575848"/>
            <a:ext cx="1712901" cy="4851401"/>
          </a:xfrm>
          <a:prstGeom prst="rect">
            <a:avLst/>
          </a:prstGeom>
        </p:spPr>
      </p:pic>
    </p:spTree>
    <p:extLst>
      <p:ext uri="{BB962C8B-B14F-4D97-AF65-F5344CB8AC3E}">
        <p14:creationId xmlns:p14="http://schemas.microsoft.com/office/powerpoint/2010/main" val="33502539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8" name="그래픽 7">
            <a:extLst>
              <a:ext uri="{FF2B5EF4-FFF2-40B4-BE49-F238E27FC236}">
                <a16:creationId xmlns:a16="http://schemas.microsoft.com/office/drawing/2014/main" id="{DB786E92-E4D3-4A3F-8842-58E614AD1A7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6630845" y="1296845"/>
            <a:ext cx="5559709" cy="5562600"/>
          </a:xfrm>
          <a:prstGeom prst="rect">
            <a:avLst/>
          </a:prstGeom>
        </p:spPr>
      </p:pic>
    </p:spTree>
    <p:extLst>
      <p:ext uri="{BB962C8B-B14F-4D97-AF65-F5344CB8AC3E}">
        <p14:creationId xmlns:p14="http://schemas.microsoft.com/office/powerpoint/2010/main" val="17620916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6" name="그래픽 5">
            <a:extLst>
              <a:ext uri="{FF2B5EF4-FFF2-40B4-BE49-F238E27FC236}">
                <a16:creationId xmlns:a16="http://schemas.microsoft.com/office/drawing/2014/main" id="{950025ED-E298-4207-959A-1444B8D8DB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479099" y="0"/>
            <a:ext cx="1712901" cy="4851402"/>
          </a:xfrm>
          <a:prstGeom prst="rect">
            <a:avLst/>
          </a:prstGeom>
        </p:spPr>
      </p:pic>
      <p:pic>
        <p:nvPicPr>
          <p:cNvPr id="7" name="그래픽 6">
            <a:extLst>
              <a:ext uri="{FF2B5EF4-FFF2-40B4-BE49-F238E27FC236}">
                <a16:creationId xmlns:a16="http://schemas.microsoft.com/office/drawing/2014/main" id="{899D19BC-C0B0-446F-A23E-92352FFB0A8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2006599"/>
            <a:ext cx="1712901" cy="4851401"/>
          </a:xfrm>
          <a:prstGeom prst="rect">
            <a:avLst/>
          </a:prstGeom>
        </p:spPr>
      </p:pic>
    </p:spTree>
    <p:extLst>
      <p:ext uri="{BB962C8B-B14F-4D97-AF65-F5344CB8AC3E}">
        <p14:creationId xmlns:p14="http://schemas.microsoft.com/office/powerpoint/2010/main" val="10995834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sp>
        <p:nvSpPr>
          <p:cNvPr id="25" name="자유형: 도형 24">
            <a:extLst>
              <a:ext uri="{FF2B5EF4-FFF2-40B4-BE49-F238E27FC236}">
                <a16:creationId xmlns:a16="http://schemas.microsoft.com/office/drawing/2014/main" id="{359CBA78-03A9-49A9-9E46-F72E2E651BCB}"/>
              </a:ext>
            </a:extLst>
          </p:cNvPr>
          <p:cNvSpPr/>
          <p:nvPr/>
        </p:nvSpPr>
        <p:spPr>
          <a:xfrm>
            <a:off x="0" y="1903833"/>
            <a:ext cx="12191999" cy="2830150"/>
          </a:xfrm>
          <a:custGeom>
            <a:avLst/>
            <a:gdLst>
              <a:gd name="connsiteX0" fmla="*/ 1414324 w 12191999"/>
              <a:gd name="connsiteY0" fmla="*/ 0 h 2830150"/>
              <a:gd name="connsiteX1" fmla="*/ 4952360 w 12191999"/>
              <a:gd name="connsiteY1" fmla="*/ 0 h 2830150"/>
              <a:gd name="connsiteX2" fmla="*/ 5291410 w 12191999"/>
              <a:gd name="connsiteY2" fmla="*/ 0 h 2830150"/>
              <a:gd name="connsiteX3" fmla="*/ 12191999 w 12191999"/>
              <a:gd name="connsiteY3" fmla="*/ 0 h 2830150"/>
              <a:gd name="connsiteX4" fmla="*/ 12191999 w 12191999"/>
              <a:gd name="connsiteY4" fmla="*/ 2830150 h 2830150"/>
              <a:gd name="connsiteX5" fmla="*/ 4952360 w 12191999"/>
              <a:gd name="connsiteY5" fmla="*/ 2830150 h 2830150"/>
              <a:gd name="connsiteX6" fmla="*/ 4952360 w 12191999"/>
              <a:gd name="connsiteY6" fmla="*/ 2828648 h 2830150"/>
              <a:gd name="connsiteX7" fmla="*/ 1414324 w 12191999"/>
              <a:gd name="connsiteY7" fmla="*/ 2828648 h 2830150"/>
              <a:gd name="connsiteX8" fmla="*/ 0 w 12191999"/>
              <a:gd name="connsiteY8" fmla="*/ 1414325 h 2830150"/>
              <a:gd name="connsiteX9" fmla="*/ 1414324 w 12191999"/>
              <a:gd name="connsiteY9" fmla="*/ 0 h 283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1999" h="2830150">
                <a:moveTo>
                  <a:pt x="1414324" y="0"/>
                </a:moveTo>
                <a:lnTo>
                  <a:pt x="4952360" y="0"/>
                </a:lnTo>
                <a:lnTo>
                  <a:pt x="5291410" y="0"/>
                </a:lnTo>
                <a:lnTo>
                  <a:pt x="12191999" y="0"/>
                </a:lnTo>
                <a:lnTo>
                  <a:pt x="12191999" y="2830150"/>
                </a:lnTo>
                <a:lnTo>
                  <a:pt x="4952360" y="2830150"/>
                </a:lnTo>
                <a:lnTo>
                  <a:pt x="4952360" y="2828648"/>
                </a:lnTo>
                <a:lnTo>
                  <a:pt x="1414324" y="2828648"/>
                </a:lnTo>
                <a:cubicBezTo>
                  <a:pt x="633215" y="2828648"/>
                  <a:pt x="0" y="2195434"/>
                  <a:pt x="0" y="1414325"/>
                </a:cubicBezTo>
                <a:cubicBezTo>
                  <a:pt x="0" y="633215"/>
                  <a:pt x="633215" y="0"/>
                  <a:pt x="1414324" y="0"/>
                </a:cubicBezTo>
                <a:close/>
              </a:path>
            </a:pathLst>
          </a:custGeom>
          <a:solidFill>
            <a:srgbClr val="FFE959"/>
          </a:solidFill>
          <a:ln w="9525" cap="flat">
            <a:noFill/>
            <a:prstDash val="solid"/>
            <a:miter/>
          </a:ln>
        </p:spPr>
        <p:txBody>
          <a:bodyPr rtlCol="0" anchor="ctr"/>
          <a:lstStyle/>
          <a:p>
            <a:endParaRPr lang="ko-KR" altLang="en-US"/>
          </a:p>
        </p:txBody>
      </p:sp>
      <p:sp>
        <p:nvSpPr>
          <p:cNvPr id="8" name="그림 개체 틀 12">
            <a:extLst>
              <a:ext uri="{FF2B5EF4-FFF2-40B4-BE49-F238E27FC236}">
                <a16:creationId xmlns:a16="http://schemas.microsoft.com/office/drawing/2014/main" id="{181B1B4D-DA9B-42E8-9517-47A363246FED}"/>
              </a:ext>
            </a:extLst>
          </p:cNvPr>
          <p:cNvSpPr>
            <a:spLocks noGrp="1"/>
          </p:cNvSpPr>
          <p:nvPr>
            <p:ph type="pic" sz="quarter" idx="23" hasCustomPrompt="1"/>
          </p:nvPr>
        </p:nvSpPr>
        <p:spPr>
          <a:xfrm>
            <a:off x="1503476" y="2345366"/>
            <a:ext cx="1947086" cy="1947084"/>
          </a:xfrm>
          <a:prstGeom prst="roundRect">
            <a:avLst>
              <a:gd name="adj" fmla="val 10579"/>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lang="en-US" altLang="ko-KR" dirty="0"/>
              <a:t>Click icon to add picture</a:t>
            </a:r>
            <a:endParaRPr lang="ko-KR" altLang="en-US" dirty="0"/>
          </a:p>
        </p:txBody>
      </p:sp>
      <p:sp>
        <p:nvSpPr>
          <p:cNvPr id="9" name="그림 개체 틀 12">
            <a:extLst>
              <a:ext uri="{FF2B5EF4-FFF2-40B4-BE49-F238E27FC236}">
                <a16:creationId xmlns:a16="http://schemas.microsoft.com/office/drawing/2014/main" id="{7DE12D14-A9C5-4DFA-BC98-947F3C34B6CD}"/>
              </a:ext>
            </a:extLst>
          </p:cNvPr>
          <p:cNvSpPr>
            <a:spLocks noGrp="1"/>
          </p:cNvSpPr>
          <p:nvPr>
            <p:ph type="pic" sz="quarter" idx="27" hasCustomPrompt="1"/>
          </p:nvPr>
        </p:nvSpPr>
        <p:spPr>
          <a:xfrm>
            <a:off x="3916130" y="2345366"/>
            <a:ext cx="1947086" cy="1947084"/>
          </a:xfrm>
          <a:prstGeom prst="roundRect">
            <a:avLst>
              <a:gd name="adj" fmla="val 10579"/>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lang="en-US" altLang="ko-KR" dirty="0"/>
              <a:t>Click icon to add picture</a:t>
            </a:r>
            <a:endParaRPr lang="ko-KR" altLang="en-US" dirty="0"/>
          </a:p>
        </p:txBody>
      </p:sp>
      <p:sp>
        <p:nvSpPr>
          <p:cNvPr id="10" name="그림 개체 틀 12">
            <a:extLst>
              <a:ext uri="{FF2B5EF4-FFF2-40B4-BE49-F238E27FC236}">
                <a16:creationId xmlns:a16="http://schemas.microsoft.com/office/drawing/2014/main" id="{5237D888-64E8-4EF5-BA4A-E878613FCFE2}"/>
              </a:ext>
            </a:extLst>
          </p:cNvPr>
          <p:cNvSpPr>
            <a:spLocks noGrp="1"/>
          </p:cNvSpPr>
          <p:nvPr>
            <p:ph type="pic" sz="quarter" idx="28" hasCustomPrompt="1"/>
          </p:nvPr>
        </p:nvSpPr>
        <p:spPr>
          <a:xfrm>
            <a:off x="6328784" y="2345366"/>
            <a:ext cx="1947086" cy="1947084"/>
          </a:xfrm>
          <a:prstGeom prst="roundRect">
            <a:avLst>
              <a:gd name="adj" fmla="val 10579"/>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lang="en-US" altLang="ko-KR" dirty="0"/>
              <a:t>Click icon to add picture</a:t>
            </a:r>
            <a:endParaRPr lang="ko-KR" altLang="en-US" dirty="0"/>
          </a:p>
        </p:txBody>
      </p:sp>
      <p:sp>
        <p:nvSpPr>
          <p:cNvPr id="11" name="그림 개체 틀 12">
            <a:extLst>
              <a:ext uri="{FF2B5EF4-FFF2-40B4-BE49-F238E27FC236}">
                <a16:creationId xmlns:a16="http://schemas.microsoft.com/office/drawing/2014/main" id="{1DCCB378-8460-463C-93CF-BB4D0CE87936}"/>
              </a:ext>
            </a:extLst>
          </p:cNvPr>
          <p:cNvSpPr>
            <a:spLocks noGrp="1"/>
          </p:cNvSpPr>
          <p:nvPr>
            <p:ph type="pic" sz="quarter" idx="29" hasCustomPrompt="1"/>
          </p:nvPr>
        </p:nvSpPr>
        <p:spPr>
          <a:xfrm>
            <a:off x="8741438" y="2345366"/>
            <a:ext cx="1947086" cy="1947084"/>
          </a:xfrm>
          <a:prstGeom prst="roundRect">
            <a:avLst>
              <a:gd name="adj" fmla="val 10579"/>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lang="en-US" altLang="ko-KR" dirty="0"/>
              <a:t>Click icon to add picture</a:t>
            </a:r>
            <a:endParaRPr lang="ko-KR" altLang="en-US" dirty="0"/>
          </a:p>
        </p:txBody>
      </p:sp>
    </p:spTree>
    <p:extLst>
      <p:ext uri="{BB962C8B-B14F-4D97-AF65-F5344CB8AC3E}">
        <p14:creationId xmlns:p14="http://schemas.microsoft.com/office/powerpoint/2010/main" val="13568518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9" name="그래픽 18">
            <a:extLst>
              <a:ext uri="{FF2B5EF4-FFF2-40B4-BE49-F238E27FC236}">
                <a16:creationId xmlns:a16="http://schemas.microsoft.com/office/drawing/2014/main" id="{9944A6A4-463D-4BEE-AD29-4A88FDEB9F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0" y="0"/>
            <a:ext cx="3497465" cy="4733983"/>
          </a:xfrm>
          <a:prstGeom prst="rect">
            <a:avLst/>
          </a:prstGeom>
        </p:spPr>
      </p:pic>
      <p:sp>
        <p:nvSpPr>
          <p:cNvPr id="4" name="그림 개체 틀 2">
            <a:extLst>
              <a:ext uri="{FF2B5EF4-FFF2-40B4-BE49-F238E27FC236}">
                <a16:creationId xmlns:a16="http://schemas.microsoft.com/office/drawing/2014/main" id="{B3981E78-797F-49AA-9A89-1DAA68706C1B}"/>
              </a:ext>
            </a:extLst>
          </p:cNvPr>
          <p:cNvSpPr>
            <a:spLocks noGrp="1"/>
          </p:cNvSpPr>
          <p:nvPr>
            <p:ph type="pic" sz="quarter" idx="15" hasCustomPrompt="1"/>
          </p:nvPr>
        </p:nvSpPr>
        <p:spPr>
          <a:xfrm>
            <a:off x="1670315" y="916690"/>
            <a:ext cx="1307340" cy="1308087"/>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5" name="그림 개체 틀 2">
            <a:extLst>
              <a:ext uri="{FF2B5EF4-FFF2-40B4-BE49-F238E27FC236}">
                <a16:creationId xmlns:a16="http://schemas.microsoft.com/office/drawing/2014/main" id="{F29D0246-7942-4191-BD99-D753EBDC1D57}"/>
              </a:ext>
            </a:extLst>
          </p:cNvPr>
          <p:cNvSpPr>
            <a:spLocks noGrp="1"/>
          </p:cNvSpPr>
          <p:nvPr>
            <p:ph type="pic" sz="quarter" idx="16" hasCustomPrompt="1"/>
          </p:nvPr>
        </p:nvSpPr>
        <p:spPr>
          <a:xfrm>
            <a:off x="6819901" y="916690"/>
            <a:ext cx="1307340" cy="1308087"/>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6" name="그림 개체 틀 2">
            <a:extLst>
              <a:ext uri="{FF2B5EF4-FFF2-40B4-BE49-F238E27FC236}">
                <a16:creationId xmlns:a16="http://schemas.microsoft.com/office/drawing/2014/main" id="{4F64143A-41AE-4951-897D-91B6AE8F418C}"/>
              </a:ext>
            </a:extLst>
          </p:cNvPr>
          <p:cNvSpPr>
            <a:spLocks noGrp="1"/>
          </p:cNvSpPr>
          <p:nvPr>
            <p:ph type="pic" sz="quarter" idx="17" hasCustomPrompt="1"/>
          </p:nvPr>
        </p:nvSpPr>
        <p:spPr>
          <a:xfrm>
            <a:off x="1670315" y="3665315"/>
            <a:ext cx="1307340" cy="1308087"/>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7" name="그림 개체 틀 2">
            <a:extLst>
              <a:ext uri="{FF2B5EF4-FFF2-40B4-BE49-F238E27FC236}">
                <a16:creationId xmlns:a16="http://schemas.microsoft.com/office/drawing/2014/main" id="{90259B83-3C4F-47A5-8E56-1154CDE00511}"/>
              </a:ext>
            </a:extLst>
          </p:cNvPr>
          <p:cNvSpPr>
            <a:spLocks noGrp="1"/>
          </p:cNvSpPr>
          <p:nvPr>
            <p:ph type="pic" sz="quarter" idx="18" hasCustomPrompt="1"/>
          </p:nvPr>
        </p:nvSpPr>
        <p:spPr>
          <a:xfrm>
            <a:off x="6819901" y="3665315"/>
            <a:ext cx="1307340" cy="1308087"/>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1905229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pic>
        <p:nvPicPr>
          <p:cNvPr id="22" name="그래픽 21">
            <a:extLst>
              <a:ext uri="{FF2B5EF4-FFF2-40B4-BE49-F238E27FC236}">
                <a16:creationId xmlns:a16="http://schemas.microsoft.com/office/drawing/2014/main" id="{24092913-0FD9-4F63-B6B4-C0C5352F53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4421" y="535596"/>
            <a:ext cx="3430407" cy="2893404"/>
          </a:xfrm>
          <a:prstGeom prst="rect">
            <a:avLst/>
          </a:prstGeom>
        </p:spPr>
      </p:pic>
      <p:pic>
        <p:nvPicPr>
          <p:cNvPr id="25" name="그래픽 24">
            <a:extLst>
              <a:ext uri="{FF2B5EF4-FFF2-40B4-BE49-F238E27FC236}">
                <a16:creationId xmlns:a16="http://schemas.microsoft.com/office/drawing/2014/main" id="{0D1A762E-BC82-4757-965F-94721C2DB6D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380796" y="535596"/>
            <a:ext cx="3430407" cy="2893404"/>
          </a:xfrm>
          <a:prstGeom prst="rect">
            <a:avLst/>
          </a:prstGeom>
        </p:spPr>
      </p:pic>
      <p:pic>
        <p:nvPicPr>
          <p:cNvPr id="26" name="그래픽 25">
            <a:extLst>
              <a:ext uri="{FF2B5EF4-FFF2-40B4-BE49-F238E27FC236}">
                <a16:creationId xmlns:a16="http://schemas.microsoft.com/office/drawing/2014/main" id="{0FA80B23-528E-476B-ADBA-B3CE5E581A3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207170" y="535596"/>
            <a:ext cx="3430407" cy="2893404"/>
          </a:xfrm>
          <a:prstGeom prst="rect">
            <a:avLst/>
          </a:prstGeom>
        </p:spPr>
      </p:pic>
      <p:sp>
        <p:nvSpPr>
          <p:cNvPr id="4" name="그림 개체 틀 4">
            <a:extLst>
              <a:ext uri="{FF2B5EF4-FFF2-40B4-BE49-F238E27FC236}">
                <a16:creationId xmlns:a16="http://schemas.microsoft.com/office/drawing/2014/main" id="{60A67B17-7728-4EF4-AD55-743DB9F56B58}"/>
              </a:ext>
            </a:extLst>
          </p:cNvPr>
          <p:cNvSpPr>
            <a:spLocks noGrp="1"/>
          </p:cNvSpPr>
          <p:nvPr>
            <p:ph type="pic" sz="quarter" idx="13" hasCustomPrompt="1"/>
          </p:nvPr>
        </p:nvSpPr>
        <p:spPr>
          <a:xfrm>
            <a:off x="787342" y="693076"/>
            <a:ext cx="2964566" cy="2087722"/>
          </a:xfrm>
          <a:prstGeom prst="roundRect">
            <a:avLst>
              <a:gd name="adj" fmla="val 8096"/>
            </a:avLst>
          </a:prstGeom>
          <a:pattFill prst="pct10">
            <a:fgClr>
              <a:schemeClr val="bg1">
                <a:lumMod val="75000"/>
              </a:schemeClr>
            </a:fgClr>
            <a:bgClr>
              <a:schemeClr val="bg1">
                <a:lumMod val="95000"/>
              </a:schemeClr>
            </a:bgClr>
          </a:pattFill>
        </p:spPr>
        <p:txBody>
          <a:bodyPr tIns="864000" bIns="468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2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5" name="그림 개체 틀 4">
            <a:extLst>
              <a:ext uri="{FF2B5EF4-FFF2-40B4-BE49-F238E27FC236}">
                <a16:creationId xmlns:a16="http://schemas.microsoft.com/office/drawing/2014/main" id="{BDBC73F4-F907-4978-AE28-EBD4C41F798D}"/>
              </a:ext>
            </a:extLst>
          </p:cNvPr>
          <p:cNvSpPr>
            <a:spLocks noGrp="1"/>
          </p:cNvSpPr>
          <p:nvPr>
            <p:ph type="pic" sz="quarter" idx="15" hasCustomPrompt="1"/>
          </p:nvPr>
        </p:nvSpPr>
        <p:spPr>
          <a:xfrm>
            <a:off x="4613717" y="693076"/>
            <a:ext cx="2964566" cy="2087722"/>
          </a:xfrm>
          <a:prstGeom prst="roundRect">
            <a:avLst>
              <a:gd name="adj" fmla="val 8096"/>
            </a:avLst>
          </a:prstGeom>
          <a:pattFill prst="pct10">
            <a:fgClr>
              <a:schemeClr val="bg1">
                <a:lumMod val="75000"/>
              </a:schemeClr>
            </a:fgClr>
            <a:bgClr>
              <a:schemeClr val="bg1">
                <a:lumMod val="95000"/>
              </a:schemeClr>
            </a:bgClr>
          </a:pattFill>
        </p:spPr>
        <p:txBody>
          <a:bodyPr tIns="864000" bIns="468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2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6" name="그림 개체 틀 4">
            <a:extLst>
              <a:ext uri="{FF2B5EF4-FFF2-40B4-BE49-F238E27FC236}">
                <a16:creationId xmlns:a16="http://schemas.microsoft.com/office/drawing/2014/main" id="{BF20AAC3-EE07-474B-8036-EBB964DC8C75}"/>
              </a:ext>
            </a:extLst>
          </p:cNvPr>
          <p:cNvSpPr>
            <a:spLocks noGrp="1"/>
          </p:cNvSpPr>
          <p:nvPr>
            <p:ph type="pic" sz="quarter" idx="16" hasCustomPrompt="1"/>
          </p:nvPr>
        </p:nvSpPr>
        <p:spPr>
          <a:xfrm>
            <a:off x="8440091" y="693076"/>
            <a:ext cx="2964566" cy="2087722"/>
          </a:xfrm>
          <a:prstGeom prst="roundRect">
            <a:avLst>
              <a:gd name="adj" fmla="val 8096"/>
            </a:avLst>
          </a:prstGeom>
          <a:pattFill prst="pct10">
            <a:fgClr>
              <a:schemeClr val="bg1">
                <a:lumMod val="75000"/>
              </a:schemeClr>
            </a:fgClr>
            <a:bgClr>
              <a:schemeClr val="bg1">
                <a:lumMod val="95000"/>
              </a:schemeClr>
            </a:bgClr>
          </a:pattFill>
        </p:spPr>
        <p:txBody>
          <a:bodyPr tIns="864000" bIns="468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2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2849200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6" name="그래픽 15">
            <a:extLst>
              <a:ext uri="{FF2B5EF4-FFF2-40B4-BE49-F238E27FC236}">
                <a16:creationId xmlns:a16="http://schemas.microsoft.com/office/drawing/2014/main" id="{C5B7686A-4F7E-489B-A170-520E8B4B2A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flipH="1">
            <a:off x="6752011" y="1418011"/>
            <a:ext cx="4622800" cy="6257177"/>
          </a:xfrm>
          <a:prstGeom prst="rect">
            <a:avLst/>
          </a:prstGeom>
        </p:spPr>
      </p:pic>
      <p:sp>
        <p:nvSpPr>
          <p:cNvPr id="4" name="그림 개체 틀 4">
            <a:extLst>
              <a:ext uri="{FF2B5EF4-FFF2-40B4-BE49-F238E27FC236}">
                <a16:creationId xmlns:a16="http://schemas.microsoft.com/office/drawing/2014/main" id="{20109205-62D9-4723-9C14-C4EAA5492E57}"/>
              </a:ext>
            </a:extLst>
          </p:cNvPr>
          <p:cNvSpPr>
            <a:spLocks noGrp="1"/>
          </p:cNvSpPr>
          <p:nvPr>
            <p:ph type="pic" sz="quarter" idx="13" hasCustomPrompt="1"/>
          </p:nvPr>
        </p:nvSpPr>
        <p:spPr>
          <a:xfrm>
            <a:off x="7521433" y="732971"/>
            <a:ext cx="3942434" cy="5392058"/>
          </a:xfrm>
          <a:prstGeom prst="roundRect">
            <a:avLst>
              <a:gd name="adj" fmla="val 5727"/>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Tree>
    <p:extLst>
      <p:ext uri="{BB962C8B-B14F-4D97-AF65-F5344CB8AC3E}">
        <p14:creationId xmlns:p14="http://schemas.microsoft.com/office/powerpoint/2010/main" val="17954535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0" name="그래픽 9">
            <a:extLst>
              <a:ext uri="{FF2B5EF4-FFF2-40B4-BE49-F238E27FC236}">
                <a16:creationId xmlns:a16="http://schemas.microsoft.com/office/drawing/2014/main" id="{75136F00-73BB-454F-8875-28D11401E9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0" y="758830"/>
            <a:ext cx="6096000" cy="6099170"/>
          </a:xfrm>
          <a:prstGeom prst="rect">
            <a:avLst/>
          </a:prstGeom>
        </p:spPr>
      </p:pic>
      <p:sp>
        <p:nvSpPr>
          <p:cNvPr id="4" name="그림 개체 틀 12">
            <a:extLst>
              <a:ext uri="{FF2B5EF4-FFF2-40B4-BE49-F238E27FC236}">
                <a16:creationId xmlns:a16="http://schemas.microsoft.com/office/drawing/2014/main" id="{E1171123-7F29-4333-9463-D46B4873BB84}"/>
              </a:ext>
            </a:extLst>
          </p:cNvPr>
          <p:cNvSpPr>
            <a:spLocks noGrp="1"/>
          </p:cNvSpPr>
          <p:nvPr>
            <p:ph type="pic" sz="quarter" idx="14" hasCustomPrompt="1"/>
          </p:nvPr>
        </p:nvSpPr>
        <p:spPr>
          <a:xfrm>
            <a:off x="1117590" y="1456145"/>
            <a:ext cx="4000509" cy="4000498"/>
          </a:xfrm>
          <a:prstGeom prst="roundRect">
            <a:avLst>
              <a:gd name="adj" fmla="val 6826"/>
            </a:avLst>
          </a:prstGeom>
          <a:pattFill prst="pct10">
            <a:fgClr>
              <a:schemeClr val="bg1">
                <a:lumMod val="75000"/>
              </a:schemeClr>
            </a:fgClr>
            <a:bgClr>
              <a:schemeClr val="bg1">
                <a:lumMod val="95000"/>
              </a:schemeClr>
            </a:bgClr>
          </a:pattFill>
        </p:spPr>
        <p:txBody>
          <a:bodyPr tIns="828000" anchor="ctr" anchorCtr="1"/>
          <a:lstStyle>
            <a:lvl1pPr marL="0" marR="0" indent="0" algn="r" defTabSz="914400" rtl="0" eaLnBrk="1" fontAlgn="auto" latinLnBrk="1" hangingPunct="1">
              <a:lnSpc>
                <a:spcPct val="90000"/>
              </a:lnSpc>
              <a:spcBef>
                <a:spcPts val="1000"/>
              </a:spcBef>
              <a:spcAft>
                <a:spcPts val="0"/>
              </a:spcAft>
              <a:buClrTx/>
              <a:buSzTx/>
              <a:buFont typeface="Arial" panose="020B0604020202020204" pitchFamily="34" charset="0"/>
              <a:buNone/>
              <a:tabLst/>
              <a:defRPr sz="1100"/>
            </a:lvl1pPr>
          </a:lstStyle>
          <a:p>
            <a:pPr marL="0" marR="0" lvl="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lang="en-US" altLang="ko-KR" dirty="0"/>
              <a:t>Click icon to add picture</a:t>
            </a:r>
            <a:endParaRPr lang="ko-KR" altLang="en-US" dirty="0"/>
          </a:p>
        </p:txBody>
      </p:sp>
    </p:spTree>
    <p:extLst>
      <p:ext uri="{BB962C8B-B14F-4D97-AF65-F5344CB8AC3E}">
        <p14:creationId xmlns:p14="http://schemas.microsoft.com/office/powerpoint/2010/main" val="40963441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9" name="그래픽 8">
            <a:extLst>
              <a:ext uri="{FF2B5EF4-FFF2-40B4-BE49-F238E27FC236}">
                <a16:creationId xmlns:a16="http://schemas.microsoft.com/office/drawing/2014/main" id="{B048F61B-A49C-402F-81DE-684F205B46C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9889383" y="336362"/>
            <a:ext cx="2302617" cy="6521638"/>
          </a:xfrm>
          <a:prstGeom prst="rect">
            <a:avLst/>
          </a:prstGeom>
        </p:spPr>
      </p:pic>
      <p:sp>
        <p:nvSpPr>
          <p:cNvPr id="4" name="그림 개체 틀 4">
            <a:extLst>
              <a:ext uri="{FF2B5EF4-FFF2-40B4-BE49-F238E27FC236}">
                <a16:creationId xmlns:a16="http://schemas.microsoft.com/office/drawing/2014/main" id="{6338B831-F9E4-4E62-BC5E-9D74E372F425}"/>
              </a:ext>
            </a:extLst>
          </p:cNvPr>
          <p:cNvSpPr>
            <a:spLocks noGrp="1"/>
          </p:cNvSpPr>
          <p:nvPr>
            <p:ph type="pic" sz="quarter" idx="13" hasCustomPrompt="1"/>
          </p:nvPr>
        </p:nvSpPr>
        <p:spPr>
          <a:xfrm>
            <a:off x="6326786" y="1629000"/>
            <a:ext cx="2348412" cy="3600000"/>
          </a:xfrm>
          <a:prstGeom prst="roundRect">
            <a:avLst>
              <a:gd name="adj" fmla="val 7654"/>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sp>
        <p:nvSpPr>
          <p:cNvPr id="5" name="그림 개체 틀 4">
            <a:extLst>
              <a:ext uri="{FF2B5EF4-FFF2-40B4-BE49-F238E27FC236}">
                <a16:creationId xmlns:a16="http://schemas.microsoft.com/office/drawing/2014/main" id="{44B33C54-47B6-4A32-9334-30801A128263}"/>
              </a:ext>
            </a:extLst>
          </p:cNvPr>
          <p:cNvSpPr>
            <a:spLocks noGrp="1"/>
          </p:cNvSpPr>
          <p:nvPr>
            <p:ph type="pic" sz="quarter" idx="14" hasCustomPrompt="1"/>
          </p:nvPr>
        </p:nvSpPr>
        <p:spPr>
          <a:xfrm>
            <a:off x="8893743" y="1629000"/>
            <a:ext cx="2348412" cy="3600000"/>
          </a:xfrm>
          <a:prstGeom prst="roundRect">
            <a:avLst>
              <a:gd name="adj" fmla="val 7654"/>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spTree>
    <p:extLst>
      <p:ext uri="{BB962C8B-B14F-4D97-AF65-F5344CB8AC3E}">
        <p14:creationId xmlns:p14="http://schemas.microsoft.com/office/powerpoint/2010/main" val="27468033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18" name="그래픽 17">
            <a:extLst>
              <a:ext uri="{FF2B5EF4-FFF2-40B4-BE49-F238E27FC236}">
                <a16:creationId xmlns:a16="http://schemas.microsoft.com/office/drawing/2014/main" id="{9558FEBA-EAB7-4E05-B525-14EEFC3326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08531" y="3225800"/>
            <a:ext cx="2683468" cy="3632200"/>
          </a:xfrm>
          <a:prstGeom prst="rect">
            <a:avLst/>
          </a:prstGeom>
        </p:spPr>
      </p:pic>
      <p:pic>
        <p:nvPicPr>
          <p:cNvPr id="28" name="그래픽 27">
            <a:extLst>
              <a:ext uri="{FF2B5EF4-FFF2-40B4-BE49-F238E27FC236}">
                <a16:creationId xmlns:a16="http://schemas.microsoft.com/office/drawing/2014/main" id="{48E4AFA1-2677-4391-B880-F386C39064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0"/>
            <a:ext cx="2683468" cy="3632200"/>
          </a:xfrm>
          <a:prstGeom prst="rect">
            <a:avLst/>
          </a:prstGeom>
        </p:spPr>
      </p:pic>
      <p:sp>
        <p:nvSpPr>
          <p:cNvPr id="4" name="사각형: 둥근 모서리 3">
            <a:extLst>
              <a:ext uri="{FF2B5EF4-FFF2-40B4-BE49-F238E27FC236}">
                <a16:creationId xmlns:a16="http://schemas.microsoft.com/office/drawing/2014/main" id="{18D8FEBF-6749-4757-873A-494F64AF2933}"/>
              </a:ext>
            </a:extLst>
          </p:cNvPr>
          <p:cNvSpPr/>
          <p:nvPr userDrawn="1"/>
        </p:nvSpPr>
        <p:spPr>
          <a:xfrm>
            <a:off x="7010400" y="1260000"/>
            <a:ext cx="4462200" cy="4338000"/>
          </a:xfrm>
          <a:prstGeom prst="roundRect">
            <a:avLst>
              <a:gd name="adj" fmla="val 6588"/>
            </a:avLst>
          </a:prstGeom>
          <a:noFill/>
          <a:ln w="12700">
            <a:solidFill>
              <a:srgbClr val="082D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2800" dirty="0">
              <a:solidFill>
                <a:srgbClr val="1F7BF5"/>
              </a:solidFill>
              <a:latin typeface="+mj-lt"/>
            </a:endParaRPr>
          </a:p>
        </p:txBody>
      </p:sp>
      <p:sp>
        <p:nvSpPr>
          <p:cNvPr id="5" name="그림 개체 틀 4">
            <a:extLst>
              <a:ext uri="{FF2B5EF4-FFF2-40B4-BE49-F238E27FC236}">
                <a16:creationId xmlns:a16="http://schemas.microsoft.com/office/drawing/2014/main" id="{CE95D355-CC22-4560-B983-7619DBC45F4C}"/>
              </a:ext>
            </a:extLst>
          </p:cNvPr>
          <p:cNvSpPr>
            <a:spLocks noGrp="1"/>
          </p:cNvSpPr>
          <p:nvPr>
            <p:ph type="pic" sz="quarter" idx="10" hasCustomPrompt="1"/>
          </p:nvPr>
        </p:nvSpPr>
        <p:spPr>
          <a:xfrm>
            <a:off x="7294300" y="1562100"/>
            <a:ext cx="3894400" cy="1866900"/>
          </a:xfrm>
          <a:prstGeom prst="roundRect">
            <a:avLst>
              <a:gd name="adj" fmla="val 3858"/>
            </a:avLst>
          </a:prstGeom>
          <a:pattFill prst="pct10">
            <a:fgClr>
              <a:schemeClr val="bg1">
                <a:lumMod val="75000"/>
              </a:schemeClr>
            </a:fgClr>
            <a:bgClr>
              <a:schemeClr val="bg1">
                <a:lumMod val="95000"/>
              </a:schemeClr>
            </a:bgClr>
          </a:pattFill>
        </p:spPr>
        <p:txBody>
          <a:bodyPr tIns="9720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6" name="사각형: 둥근 모서리 5">
            <a:extLst>
              <a:ext uri="{FF2B5EF4-FFF2-40B4-BE49-F238E27FC236}">
                <a16:creationId xmlns:a16="http://schemas.microsoft.com/office/drawing/2014/main" id="{4CBE03A5-8CC4-438F-A4C5-A44A923BF1E5}"/>
              </a:ext>
            </a:extLst>
          </p:cNvPr>
          <p:cNvSpPr/>
          <p:nvPr userDrawn="1"/>
        </p:nvSpPr>
        <p:spPr>
          <a:xfrm>
            <a:off x="719400" y="1260000"/>
            <a:ext cx="6095286" cy="4338000"/>
          </a:xfrm>
          <a:prstGeom prst="roundRect">
            <a:avLst>
              <a:gd name="adj" fmla="val 6588"/>
            </a:avLst>
          </a:prstGeom>
          <a:noFill/>
          <a:ln w="12700">
            <a:solidFill>
              <a:srgbClr val="082D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2800" dirty="0">
              <a:solidFill>
                <a:srgbClr val="1F7BF5"/>
              </a:solidFill>
              <a:latin typeface="+mj-lt"/>
            </a:endParaRPr>
          </a:p>
        </p:txBody>
      </p:sp>
    </p:spTree>
    <p:extLst>
      <p:ext uri="{BB962C8B-B14F-4D97-AF65-F5344CB8AC3E}">
        <p14:creationId xmlns:p14="http://schemas.microsoft.com/office/powerpoint/2010/main" val="1917833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7" name="그래픽 6">
            <a:extLst>
              <a:ext uri="{FF2B5EF4-FFF2-40B4-BE49-F238E27FC236}">
                <a16:creationId xmlns:a16="http://schemas.microsoft.com/office/drawing/2014/main" id="{3BF13C32-1961-4BBF-A4C5-31A31BC44B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0" y="600823"/>
            <a:ext cx="4622800" cy="6257177"/>
          </a:xfrm>
          <a:prstGeom prst="rect">
            <a:avLst/>
          </a:prstGeom>
        </p:spPr>
      </p:pic>
      <p:pic>
        <p:nvPicPr>
          <p:cNvPr id="8" name="그래픽 7">
            <a:extLst>
              <a:ext uri="{FF2B5EF4-FFF2-40B4-BE49-F238E27FC236}">
                <a16:creationId xmlns:a16="http://schemas.microsoft.com/office/drawing/2014/main" id="{89EBA18D-63D5-41DE-9E6D-DF94EF12E18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9889383" y="336362"/>
            <a:ext cx="2302617" cy="6521638"/>
          </a:xfrm>
          <a:prstGeom prst="rect">
            <a:avLst/>
          </a:prstGeom>
        </p:spPr>
      </p:pic>
      <p:sp>
        <p:nvSpPr>
          <p:cNvPr id="4" name="그림 개체 틀 11">
            <a:extLst>
              <a:ext uri="{FF2B5EF4-FFF2-40B4-BE49-F238E27FC236}">
                <a16:creationId xmlns:a16="http://schemas.microsoft.com/office/drawing/2014/main" id="{7FF8108F-5FC1-435E-96A9-E6020F5661A2}"/>
              </a:ext>
            </a:extLst>
          </p:cNvPr>
          <p:cNvSpPr>
            <a:spLocks noGrp="1"/>
          </p:cNvSpPr>
          <p:nvPr>
            <p:ph type="pic" sz="quarter" idx="10" hasCustomPrompt="1"/>
          </p:nvPr>
        </p:nvSpPr>
        <p:spPr>
          <a:xfrm>
            <a:off x="7874576" y="819753"/>
            <a:ext cx="2361624" cy="5218494"/>
          </a:xfrm>
          <a:prstGeom prst="roundRect">
            <a:avLst>
              <a:gd name="adj" fmla="val 20435"/>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tabLst/>
            </a:pPr>
            <a:r>
              <a:rPr lang="en-US" altLang="ko-KR" dirty="0"/>
              <a:t>Click icon to add picture</a:t>
            </a:r>
            <a:endParaRPr lang="ko-KR" altLang="en-US" dirty="0"/>
          </a:p>
        </p:txBody>
      </p:sp>
    </p:spTree>
    <p:extLst>
      <p:ext uri="{BB962C8B-B14F-4D97-AF65-F5344CB8AC3E}">
        <p14:creationId xmlns:p14="http://schemas.microsoft.com/office/powerpoint/2010/main" val="13560360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7" name="그래픽 6">
            <a:extLst>
              <a:ext uri="{FF2B5EF4-FFF2-40B4-BE49-F238E27FC236}">
                <a16:creationId xmlns:a16="http://schemas.microsoft.com/office/drawing/2014/main" id="{5695DCF0-45B5-4314-A997-471F40C530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7569200" y="0"/>
            <a:ext cx="4622800" cy="6257177"/>
          </a:xfrm>
          <a:prstGeom prst="rect">
            <a:avLst/>
          </a:prstGeom>
        </p:spPr>
      </p:pic>
      <p:pic>
        <p:nvPicPr>
          <p:cNvPr id="8" name="그래픽 7">
            <a:extLst>
              <a:ext uri="{FF2B5EF4-FFF2-40B4-BE49-F238E27FC236}">
                <a16:creationId xmlns:a16="http://schemas.microsoft.com/office/drawing/2014/main" id="{A5F3620C-A664-4276-88C8-4947AE757C0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336362"/>
            <a:ext cx="2302617" cy="6521638"/>
          </a:xfrm>
          <a:prstGeom prst="rect">
            <a:avLst/>
          </a:prstGeom>
        </p:spPr>
      </p:pic>
      <p:sp>
        <p:nvSpPr>
          <p:cNvPr id="4" name="그림 개체 틀 5">
            <a:extLst>
              <a:ext uri="{FF2B5EF4-FFF2-40B4-BE49-F238E27FC236}">
                <a16:creationId xmlns:a16="http://schemas.microsoft.com/office/drawing/2014/main" id="{44BE8E20-DA66-44A2-9D49-EE5D94334524}"/>
              </a:ext>
            </a:extLst>
          </p:cNvPr>
          <p:cNvSpPr>
            <a:spLocks noGrp="1"/>
          </p:cNvSpPr>
          <p:nvPr userDrawn="1">
            <p:ph type="pic" sz="quarter" idx="10" hasCustomPrompt="1"/>
          </p:nvPr>
        </p:nvSpPr>
        <p:spPr>
          <a:xfrm>
            <a:off x="1374273" y="1109778"/>
            <a:ext cx="6988017" cy="4556788"/>
          </a:xfrm>
          <a:prstGeom prst="roundRect">
            <a:avLst>
              <a:gd name="adj" fmla="val 3110"/>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37908079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16" name="그래픽 15">
            <a:extLst>
              <a:ext uri="{FF2B5EF4-FFF2-40B4-BE49-F238E27FC236}">
                <a16:creationId xmlns:a16="http://schemas.microsoft.com/office/drawing/2014/main" id="{1D46FEBF-BD11-4170-A6B7-D7542796C3B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0" y="0"/>
            <a:ext cx="4622800" cy="6257177"/>
          </a:xfrm>
          <a:prstGeom prst="rect">
            <a:avLst/>
          </a:prstGeom>
        </p:spPr>
      </p:pic>
      <p:pic>
        <p:nvPicPr>
          <p:cNvPr id="17" name="그래픽 16">
            <a:extLst>
              <a:ext uri="{FF2B5EF4-FFF2-40B4-BE49-F238E27FC236}">
                <a16:creationId xmlns:a16="http://schemas.microsoft.com/office/drawing/2014/main" id="{B269F3DC-59CB-4DCB-9C9D-325A3ACFC80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9889383" y="336362"/>
            <a:ext cx="2302617" cy="6521638"/>
          </a:xfrm>
          <a:prstGeom prst="rect">
            <a:avLst/>
          </a:prstGeom>
        </p:spPr>
      </p:pic>
      <p:sp>
        <p:nvSpPr>
          <p:cNvPr id="4" name="그림 개체 틀 8">
            <a:extLst>
              <a:ext uri="{FF2B5EF4-FFF2-40B4-BE49-F238E27FC236}">
                <a16:creationId xmlns:a16="http://schemas.microsoft.com/office/drawing/2014/main" id="{762A3D9A-21A5-4C34-A0B6-6203E8BDE675}"/>
              </a:ext>
            </a:extLst>
          </p:cNvPr>
          <p:cNvSpPr>
            <a:spLocks noGrp="1"/>
          </p:cNvSpPr>
          <p:nvPr>
            <p:ph type="pic" sz="quarter" idx="10" hasCustomPrompt="1"/>
          </p:nvPr>
        </p:nvSpPr>
        <p:spPr>
          <a:xfrm>
            <a:off x="4455051" y="1856521"/>
            <a:ext cx="6740399" cy="3865781"/>
          </a:xfrm>
          <a:prstGeom prst="roundRect">
            <a:avLst>
              <a:gd name="adj" fmla="val 1816"/>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Tree>
    <p:extLst>
      <p:ext uri="{BB962C8B-B14F-4D97-AF65-F5344CB8AC3E}">
        <p14:creationId xmlns:p14="http://schemas.microsoft.com/office/powerpoint/2010/main" val="24307120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PPTMON slide">
    <p:spTree>
      <p:nvGrpSpPr>
        <p:cNvPr id="1" name=""/>
        <p:cNvGrpSpPr/>
        <p:nvPr/>
      </p:nvGrpSpPr>
      <p:grpSpPr>
        <a:xfrm>
          <a:off x="0" y="0"/>
          <a:ext cx="0" cy="0"/>
          <a:chOff x="0" y="0"/>
          <a:chExt cx="0" cy="0"/>
        </a:xfrm>
      </p:grpSpPr>
      <p:pic>
        <p:nvPicPr>
          <p:cNvPr id="36" name="그래픽 35">
            <a:extLst>
              <a:ext uri="{FF2B5EF4-FFF2-40B4-BE49-F238E27FC236}">
                <a16:creationId xmlns:a16="http://schemas.microsoft.com/office/drawing/2014/main" id="{62EBF7D3-9539-4141-8FF3-FBD441D497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232396" y="-1232394"/>
            <a:ext cx="1345209" cy="3809999"/>
          </a:xfrm>
          <a:prstGeom prst="rect">
            <a:avLst/>
          </a:prstGeom>
        </p:spPr>
      </p:pic>
      <p:pic>
        <p:nvPicPr>
          <p:cNvPr id="56" name="그래픽 55">
            <a:extLst>
              <a:ext uri="{FF2B5EF4-FFF2-40B4-BE49-F238E27FC236}">
                <a16:creationId xmlns:a16="http://schemas.microsoft.com/office/drawing/2014/main" id="{CCF52EFE-93EB-4498-8574-CD6C1D3CB32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614396" y="4280396"/>
            <a:ext cx="1345209" cy="3809999"/>
          </a:xfrm>
          <a:prstGeom prst="rect">
            <a:avLst/>
          </a:prstGeom>
        </p:spPr>
      </p:pic>
    </p:spTree>
    <p:extLst>
      <p:ext uri="{BB962C8B-B14F-4D97-AF65-F5344CB8AC3E}">
        <p14:creationId xmlns:p14="http://schemas.microsoft.com/office/powerpoint/2010/main" val="3016399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PPTMON slide">
    <p:spTree>
      <p:nvGrpSpPr>
        <p:cNvPr id="1" name=""/>
        <p:cNvGrpSpPr/>
        <p:nvPr/>
      </p:nvGrpSpPr>
      <p:grpSpPr>
        <a:xfrm>
          <a:off x="0" y="0"/>
          <a:ext cx="0" cy="0"/>
          <a:chOff x="0" y="0"/>
          <a:chExt cx="0" cy="0"/>
        </a:xfrm>
      </p:grpSpPr>
      <p:pic>
        <p:nvPicPr>
          <p:cNvPr id="6" name="그래픽 5">
            <a:extLst>
              <a:ext uri="{FF2B5EF4-FFF2-40B4-BE49-F238E27FC236}">
                <a16:creationId xmlns:a16="http://schemas.microsoft.com/office/drawing/2014/main" id="{6198E48E-2041-48F6-9EEC-292C9131C7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846791" y="0"/>
            <a:ext cx="1345209" cy="3809999"/>
          </a:xfrm>
          <a:prstGeom prst="rect">
            <a:avLst/>
          </a:prstGeom>
        </p:spPr>
      </p:pic>
      <p:pic>
        <p:nvPicPr>
          <p:cNvPr id="7" name="그래픽 6">
            <a:extLst>
              <a:ext uri="{FF2B5EF4-FFF2-40B4-BE49-F238E27FC236}">
                <a16:creationId xmlns:a16="http://schemas.microsoft.com/office/drawing/2014/main" id="{AED51707-35E4-4C63-B2A5-281878765D3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3048001"/>
            <a:ext cx="1345209" cy="3809999"/>
          </a:xfrm>
          <a:prstGeom prst="rect">
            <a:avLst/>
          </a:prstGeom>
        </p:spPr>
      </p:pic>
    </p:spTree>
    <p:extLst>
      <p:ext uri="{BB962C8B-B14F-4D97-AF65-F5344CB8AC3E}">
        <p14:creationId xmlns:p14="http://schemas.microsoft.com/office/powerpoint/2010/main" val="19781353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PPTMON slide">
    <p:spTree>
      <p:nvGrpSpPr>
        <p:cNvPr id="1" name=""/>
        <p:cNvGrpSpPr/>
        <p:nvPr/>
      </p:nvGrpSpPr>
      <p:grpSpPr>
        <a:xfrm>
          <a:off x="0" y="0"/>
          <a:ext cx="0" cy="0"/>
          <a:chOff x="0" y="0"/>
          <a:chExt cx="0" cy="0"/>
        </a:xfrm>
      </p:grpSpPr>
      <p:pic>
        <p:nvPicPr>
          <p:cNvPr id="42" name="그래픽 41">
            <a:extLst>
              <a:ext uri="{FF2B5EF4-FFF2-40B4-BE49-F238E27FC236}">
                <a16:creationId xmlns:a16="http://schemas.microsoft.com/office/drawing/2014/main" id="{847BD3B6-5588-4986-BA98-4AC19BD109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6200714" y="863600"/>
            <a:ext cx="5991285" cy="5994400"/>
          </a:xfrm>
          <a:prstGeom prst="rect">
            <a:avLst/>
          </a:prstGeom>
        </p:spPr>
      </p:pic>
    </p:spTree>
    <p:extLst>
      <p:ext uri="{BB962C8B-B14F-4D97-AF65-F5344CB8AC3E}">
        <p14:creationId xmlns:p14="http://schemas.microsoft.com/office/powerpoint/2010/main" val="6338024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PPTMON slide">
    <p:spTree>
      <p:nvGrpSpPr>
        <p:cNvPr id="1" name=""/>
        <p:cNvGrpSpPr/>
        <p:nvPr/>
      </p:nvGrpSpPr>
      <p:grpSpPr>
        <a:xfrm>
          <a:off x="0" y="0"/>
          <a:ext cx="0" cy="0"/>
          <a:chOff x="0" y="0"/>
          <a:chExt cx="0" cy="0"/>
        </a:xfrm>
      </p:grpSpPr>
      <p:pic>
        <p:nvPicPr>
          <p:cNvPr id="35" name="그래픽 34">
            <a:extLst>
              <a:ext uri="{FF2B5EF4-FFF2-40B4-BE49-F238E27FC236}">
                <a16:creationId xmlns:a16="http://schemas.microsoft.com/office/drawing/2014/main" id="{CF85C226-EABB-4C00-A77A-16B6C0291D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0" y="600823"/>
            <a:ext cx="4622800" cy="6257177"/>
          </a:xfrm>
          <a:prstGeom prst="rect">
            <a:avLst/>
          </a:prstGeom>
        </p:spPr>
      </p:pic>
    </p:spTree>
    <p:extLst>
      <p:ext uri="{BB962C8B-B14F-4D97-AF65-F5344CB8AC3E}">
        <p14:creationId xmlns:p14="http://schemas.microsoft.com/office/powerpoint/2010/main" val="3160149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PPTMON slide">
    <p:spTree>
      <p:nvGrpSpPr>
        <p:cNvPr id="1" name=""/>
        <p:cNvGrpSpPr/>
        <p:nvPr/>
      </p:nvGrpSpPr>
      <p:grpSpPr>
        <a:xfrm>
          <a:off x="0" y="0"/>
          <a:ext cx="0" cy="0"/>
          <a:chOff x="0" y="0"/>
          <a:chExt cx="0" cy="0"/>
        </a:xfrm>
      </p:grpSpPr>
      <p:pic>
        <p:nvPicPr>
          <p:cNvPr id="36" name="그래픽 35">
            <a:extLst>
              <a:ext uri="{FF2B5EF4-FFF2-40B4-BE49-F238E27FC236}">
                <a16:creationId xmlns:a16="http://schemas.microsoft.com/office/drawing/2014/main" id="{59B2BF95-3D9B-4C78-9FB0-F75638305F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0" y="0"/>
            <a:ext cx="5051973" cy="5054600"/>
          </a:xfrm>
          <a:prstGeom prst="rect">
            <a:avLst/>
          </a:prstGeom>
        </p:spPr>
      </p:pic>
    </p:spTree>
    <p:extLst>
      <p:ext uri="{BB962C8B-B14F-4D97-AF65-F5344CB8AC3E}">
        <p14:creationId xmlns:p14="http://schemas.microsoft.com/office/powerpoint/2010/main" val="2136860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PPTMON slide">
    <p:spTree>
      <p:nvGrpSpPr>
        <p:cNvPr id="1" name=""/>
        <p:cNvGrpSpPr/>
        <p:nvPr/>
      </p:nvGrpSpPr>
      <p:grpSpPr>
        <a:xfrm>
          <a:off x="0" y="0"/>
          <a:ext cx="0" cy="0"/>
          <a:chOff x="0" y="0"/>
          <a:chExt cx="0" cy="0"/>
        </a:xfrm>
      </p:grpSpPr>
      <p:pic>
        <p:nvPicPr>
          <p:cNvPr id="14" name="그래픽 13">
            <a:extLst>
              <a:ext uri="{FF2B5EF4-FFF2-40B4-BE49-F238E27FC236}">
                <a16:creationId xmlns:a16="http://schemas.microsoft.com/office/drawing/2014/main" id="{64237717-5EAA-4D45-AE48-2B15105A58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69200" y="600823"/>
            <a:ext cx="4622800" cy="6257177"/>
          </a:xfrm>
          <a:prstGeom prst="rect">
            <a:avLst/>
          </a:prstGeom>
        </p:spPr>
      </p:pic>
    </p:spTree>
    <p:extLst>
      <p:ext uri="{BB962C8B-B14F-4D97-AF65-F5344CB8AC3E}">
        <p14:creationId xmlns:p14="http://schemas.microsoft.com/office/powerpoint/2010/main" val="18183776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39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PTMON custom">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2780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19713"/>
      </p:ext>
    </p:extLst>
  </p:cSld>
  <p:clrMap bg1="lt1" tx1="dk1" bg2="lt2" tx2="dk2" accent1="accent1" accent2="accent2" accent3="accent3" accent4="accent4" accent5="accent5" accent6="accent6" hlink="hlink" folHlink="folHlink"/>
  <p:sldLayoutIdLst>
    <p:sldLayoutId id="214748365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72" r:id="rId23"/>
    <p:sldLayoutId id="2147483664" r:id="rId2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17" Type="http://schemas.openxmlformats.org/officeDocument/2006/relationships/image" Target="../media/image153.svg"/><Relationship Id="rId21" Type="http://schemas.openxmlformats.org/officeDocument/2006/relationships/image" Target="../media/image57.svg"/><Relationship Id="rId42" Type="http://schemas.openxmlformats.org/officeDocument/2006/relationships/image" Target="../media/image78.png"/><Relationship Id="rId63" Type="http://schemas.openxmlformats.org/officeDocument/2006/relationships/image" Target="../media/image99.svg"/><Relationship Id="rId84" Type="http://schemas.openxmlformats.org/officeDocument/2006/relationships/image" Target="../media/image120.png"/><Relationship Id="rId138" Type="http://schemas.openxmlformats.org/officeDocument/2006/relationships/image" Target="../media/image174.png"/><Relationship Id="rId159" Type="http://schemas.openxmlformats.org/officeDocument/2006/relationships/image" Target="../media/image195.svg"/><Relationship Id="rId170" Type="http://schemas.openxmlformats.org/officeDocument/2006/relationships/image" Target="../media/image206.png"/><Relationship Id="rId191" Type="http://schemas.openxmlformats.org/officeDocument/2006/relationships/image" Target="../media/image227.svg"/><Relationship Id="rId107" Type="http://schemas.openxmlformats.org/officeDocument/2006/relationships/image" Target="../media/image143.svg"/><Relationship Id="rId11" Type="http://schemas.openxmlformats.org/officeDocument/2006/relationships/image" Target="../media/image47.svg"/><Relationship Id="rId32" Type="http://schemas.openxmlformats.org/officeDocument/2006/relationships/image" Target="../media/image68.png"/><Relationship Id="rId53" Type="http://schemas.openxmlformats.org/officeDocument/2006/relationships/image" Target="../media/image89.svg"/><Relationship Id="rId74" Type="http://schemas.openxmlformats.org/officeDocument/2006/relationships/image" Target="../media/image110.png"/><Relationship Id="rId128" Type="http://schemas.openxmlformats.org/officeDocument/2006/relationships/image" Target="../media/image164.png"/><Relationship Id="rId149" Type="http://schemas.openxmlformats.org/officeDocument/2006/relationships/image" Target="../media/image185.svg"/><Relationship Id="rId5" Type="http://schemas.openxmlformats.org/officeDocument/2006/relationships/image" Target="../media/image41.svg"/><Relationship Id="rId95" Type="http://schemas.openxmlformats.org/officeDocument/2006/relationships/image" Target="../media/image131.svg"/><Relationship Id="rId160" Type="http://schemas.openxmlformats.org/officeDocument/2006/relationships/image" Target="../media/image196.png"/><Relationship Id="rId181" Type="http://schemas.openxmlformats.org/officeDocument/2006/relationships/image" Target="../media/image217.svg"/><Relationship Id="rId22" Type="http://schemas.openxmlformats.org/officeDocument/2006/relationships/image" Target="../media/image58.png"/><Relationship Id="rId43" Type="http://schemas.openxmlformats.org/officeDocument/2006/relationships/image" Target="../media/image79.svg"/><Relationship Id="rId64" Type="http://schemas.openxmlformats.org/officeDocument/2006/relationships/image" Target="../media/image100.png"/><Relationship Id="rId118" Type="http://schemas.openxmlformats.org/officeDocument/2006/relationships/image" Target="../media/image154.png"/><Relationship Id="rId139" Type="http://schemas.openxmlformats.org/officeDocument/2006/relationships/image" Target="../media/image175.svg"/><Relationship Id="rId85" Type="http://schemas.openxmlformats.org/officeDocument/2006/relationships/image" Target="../media/image121.svg"/><Relationship Id="rId150" Type="http://schemas.openxmlformats.org/officeDocument/2006/relationships/image" Target="../media/image186.png"/><Relationship Id="rId171" Type="http://schemas.openxmlformats.org/officeDocument/2006/relationships/image" Target="../media/image207.svg"/><Relationship Id="rId192" Type="http://schemas.openxmlformats.org/officeDocument/2006/relationships/image" Target="../media/image228.png"/><Relationship Id="rId12" Type="http://schemas.openxmlformats.org/officeDocument/2006/relationships/image" Target="../media/image48.png"/><Relationship Id="rId33" Type="http://schemas.openxmlformats.org/officeDocument/2006/relationships/image" Target="../media/image69.svg"/><Relationship Id="rId108" Type="http://schemas.openxmlformats.org/officeDocument/2006/relationships/image" Target="../media/image144.png"/><Relationship Id="rId129" Type="http://schemas.openxmlformats.org/officeDocument/2006/relationships/image" Target="../media/image165.svg"/><Relationship Id="rId54" Type="http://schemas.openxmlformats.org/officeDocument/2006/relationships/image" Target="../media/image90.png"/><Relationship Id="rId75" Type="http://schemas.openxmlformats.org/officeDocument/2006/relationships/image" Target="../media/image111.svg"/><Relationship Id="rId96" Type="http://schemas.openxmlformats.org/officeDocument/2006/relationships/image" Target="../media/image132.png"/><Relationship Id="rId140" Type="http://schemas.openxmlformats.org/officeDocument/2006/relationships/image" Target="../media/image176.png"/><Relationship Id="rId161" Type="http://schemas.openxmlformats.org/officeDocument/2006/relationships/image" Target="../media/image197.svg"/><Relationship Id="rId182" Type="http://schemas.openxmlformats.org/officeDocument/2006/relationships/image" Target="../media/image218.png"/><Relationship Id="rId6" Type="http://schemas.openxmlformats.org/officeDocument/2006/relationships/image" Target="../media/image42.png"/><Relationship Id="rId23" Type="http://schemas.openxmlformats.org/officeDocument/2006/relationships/image" Target="../media/image59.svg"/><Relationship Id="rId119" Type="http://schemas.openxmlformats.org/officeDocument/2006/relationships/image" Target="../media/image155.svg"/><Relationship Id="rId44" Type="http://schemas.openxmlformats.org/officeDocument/2006/relationships/image" Target="../media/image80.png"/><Relationship Id="rId65" Type="http://schemas.openxmlformats.org/officeDocument/2006/relationships/image" Target="../media/image101.svg"/><Relationship Id="rId86" Type="http://schemas.openxmlformats.org/officeDocument/2006/relationships/image" Target="../media/image122.png"/><Relationship Id="rId130" Type="http://schemas.openxmlformats.org/officeDocument/2006/relationships/image" Target="../media/image166.png"/><Relationship Id="rId151" Type="http://schemas.openxmlformats.org/officeDocument/2006/relationships/image" Target="../media/image187.svg"/><Relationship Id="rId172" Type="http://schemas.openxmlformats.org/officeDocument/2006/relationships/image" Target="../media/image208.png"/><Relationship Id="rId193" Type="http://schemas.openxmlformats.org/officeDocument/2006/relationships/image" Target="../media/image229.svg"/><Relationship Id="rId13" Type="http://schemas.openxmlformats.org/officeDocument/2006/relationships/image" Target="../media/image49.svg"/><Relationship Id="rId109" Type="http://schemas.openxmlformats.org/officeDocument/2006/relationships/image" Target="../media/image145.svg"/><Relationship Id="rId34" Type="http://schemas.openxmlformats.org/officeDocument/2006/relationships/image" Target="../media/image70.png"/><Relationship Id="rId50" Type="http://schemas.openxmlformats.org/officeDocument/2006/relationships/image" Target="../media/image86.png"/><Relationship Id="rId55" Type="http://schemas.openxmlformats.org/officeDocument/2006/relationships/image" Target="../media/image91.svg"/><Relationship Id="rId76" Type="http://schemas.openxmlformats.org/officeDocument/2006/relationships/image" Target="../media/image112.png"/><Relationship Id="rId97" Type="http://schemas.openxmlformats.org/officeDocument/2006/relationships/image" Target="../media/image133.svg"/><Relationship Id="rId104" Type="http://schemas.openxmlformats.org/officeDocument/2006/relationships/image" Target="../media/image140.png"/><Relationship Id="rId120" Type="http://schemas.openxmlformats.org/officeDocument/2006/relationships/image" Target="../media/image156.png"/><Relationship Id="rId125" Type="http://schemas.openxmlformats.org/officeDocument/2006/relationships/image" Target="../media/image161.svg"/><Relationship Id="rId141" Type="http://schemas.openxmlformats.org/officeDocument/2006/relationships/image" Target="../media/image177.svg"/><Relationship Id="rId146" Type="http://schemas.openxmlformats.org/officeDocument/2006/relationships/image" Target="../media/image182.png"/><Relationship Id="rId167" Type="http://schemas.openxmlformats.org/officeDocument/2006/relationships/image" Target="../media/image203.svg"/><Relationship Id="rId188" Type="http://schemas.openxmlformats.org/officeDocument/2006/relationships/image" Target="../media/image224.png"/><Relationship Id="rId7" Type="http://schemas.openxmlformats.org/officeDocument/2006/relationships/image" Target="../media/image43.svg"/><Relationship Id="rId71" Type="http://schemas.openxmlformats.org/officeDocument/2006/relationships/image" Target="../media/image107.svg"/><Relationship Id="rId92" Type="http://schemas.openxmlformats.org/officeDocument/2006/relationships/image" Target="../media/image128.png"/><Relationship Id="rId162" Type="http://schemas.openxmlformats.org/officeDocument/2006/relationships/image" Target="../media/image198.png"/><Relationship Id="rId183" Type="http://schemas.openxmlformats.org/officeDocument/2006/relationships/image" Target="../media/image219.svg"/><Relationship Id="rId2" Type="http://schemas.openxmlformats.org/officeDocument/2006/relationships/image" Target="../media/image38.png"/><Relationship Id="rId29" Type="http://schemas.openxmlformats.org/officeDocument/2006/relationships/image" Target="../media/image65.svg"/><Relationship Id="rId24" Type="http://schemas.openxmlformats.org/officeDocument/2006/relationships/image" Target="../media/image60.png"/><Relationship Id="rId40" Type="http://schemas.openxmlformats.org/officeDocument/2006/relationships/image" Target="../media/image76.png"/><Relationship Id="rId45" Type="http://schemas.openxmlformats.org/officeDocument/2006/relationships/image" Target="../media/image81.svg"/><Relationship Id="rId66" Type="http://schemas.openxmlformats.org/officeDocument/2006/relationships/image" Target="../media/image102.png"/><Relationship Id="rId87" Type="http://schemas.openxmlformats.org/officeDocument/2006/relationships/image" Target="../media/image123.svg"/><Relationship Id="rId110" Type="http://schemas.openxmlformats.org/officeDocument/2006/relationships/image" Target="../media/image146.png"/><Relationship Id="rId115" Type="http://schemas.openxmlformats.org/officeDocument/2006/relationships/image" Target="../media/image151.svg"/><Relationship Id="rId131" Type="http://schemas.openxmlformats.org/officeDocument/2006/relationships/image" Target="../media/image167.svg"/><Relationship Id="rId136" Type="http://schemas.openxmlformats.org/officeDocument/2006/relationships/image" Target="../media/image172.png"/><Relationship Id="rId157" Type="http://schemas.openxmlformats.org/officeDocument/2006/relationships/image" Target="../media/image193.svg"/><Relationship Id="rId178" Type="http://schemas.openxmlformats.org/officeDocument/2006/relationships/image" Target="../media/image214.png"/><Relationship Id="rId61" Type="http://schemas.openxmlformats.org/officeDocument/2006/relationships/image" Target="../media/image97.svg"/><Relationship Id="rId82" Type="http://schemas.openxmlformats.org/officeDocument/2006/relationships/image" Target="../media/image118.png"/><Relationship Id="rId152" Type="http://schemas.openxmlformats.org/officeDocument/2006/relationships/image" Target="../media/image188.png"/><Relationship Id="rId173" Type="http://schemas.openxmlformats.org/officeDocument/2006/relationships/image" Target="../media/image209.svg"/><Relationship Id="rId19" Type="http://schemas.openxmlformats.org/officeDocument/2006/relationships/image" Target="../media/image55.svg"/><Relationship Id="rId14" Type="http://schemas.openxmlformats.org/officeDocument/2006/relationships/image" Target="../media/image50.png"/><Relationship Id="rId30" Type="http://schemas.openxmlformats.org/officeDocument/2006/relationships/image" Target="../media/image66.png"/><Relationship Id="rId35" Type="http://schemas.openxmlformats.org/officeDocument/2006/relationships/image" Target="../media/image71.svg"/><Relationship Id="rId56" Type="http://schemas.openxmlformats.org/officeDocument/2006/relationships/image" Target="../media/image92.png"/><Relationship Id="rId77" Type="http://schemas.openxmlformats.org/officeDocument/2006/relationships/image" Target="../media/image113.svg"/><Relationship Id="rId100" Type="http://schemas.openxmlformats.org/officeDocument/2006/relationships/image" Target="../media/image136.png"/><Relationship Id="rId105" Type="http://schemas.openxmlformats.org/officeDocument/2006/relationships/image" Target="../media/image141.svg"/><Relationship Id="rId126" Type="http://schemas.openxmlformats.org/officeDocument/2006/relationships/image" Target="../media/image162.png"/><Relationship Id="rId147" Type="http://schemas.openxmlformats.org/officeDocument/2006/relationships/image" Target="../media/image183.svg"/><Relationship Id="rId168" Type="http://schemas.openxmlformats.org/officeDocument/2006/relationships/image" Target="../media/image204.png"/><Relationship Id="rId8" Type="http://schemas.openxmlformats.org/officeDocument/2006/relationships/image" Target="../media/image44.png"/><Relationship Id="rId51" Type="http://schemas.openxmlformats.org/officeDocument/2006/relationships/image" Target="../media/image87.svg"/><Relationship Id="rId72" Type="http://schemas.openxmlformats.org/officeDocument/2006/relationships/image" Target="../media/image108.png"/><Relationship Id="rId93" Type="http://schemas.openxmlformats.org/officeDocument/2006/relationships/image" Target="../media/image129.svg"/><Relationship Id="rId98" Type="http://schemas.openxmlformats.org/officeDocument/2006/relationships/image" Target="../media/image134.png"/><Relationship Id="rId121" Type="http://schemas.openxmlformats.org/officeDocument/2006/relationships/image" Target="../media/image157.svg"/><Relationship Id="rId142" Type="http://schemas.openxmlformats.org/officeDocument/2006/relationships/image" Target="../media/image178.png"/><Relationship Id="rId163" Type="http://schemas.openxmlformats.org/officeDocument/2006/relationships/image" Target="../media/image199.svg"/><Relationship Id="rId184" Type="http://schemas.openxmlformats.org/officeDocument/2006/relationships/image" Target="../media/image220.png"/><Relationship Id="rId189" Type="http://schemas.openxmlformats.org/officeDocument/2006/relationships/image" Target="../media/image225.svg"/><Relationship Id="rId3" Type="http://schemas.openxmlformats.org/officeDocument/2006/relationships/image" Target="../media/image39.svg"/><Relationship Id="rId25" Type="http://schemas.openxmlformats.org/officeDocument/2006/relationships/image" Target="../media/image61.svg"/><Relationship Id="rId46" Type="http://schemas.openxmlformats.org/officeDocument/2006/relationships/image" Target="../media/image82.png"/><Relationship Id="rId67" Type="http://schemas.openxmlformats.org/officeDocument/2006/relationships/image" Target="../media/image103.svg"/><Relationship Id="rId116" Type="http://schemas.openxmlformats.org/officeDocument/2006/relationships/image" Target="../media/image152.png"/><Relationship Id="rId137" Type="http://schemas.openxmlformats.org/officeDocument/2006/relationships/image" Target="../media/image173.svg"/><Relationship Id="rId158" Type="http://schemas.openxmlformats.org/officeDocument/2006/relationships/image" Target="../media/image194.png"/><Relationship Id="rId20" Type="http://schemas.openxmlformats.org/officeDocument/2006/relationships/image" Target="../media/image56.png"/><Relationship Id="rId41" Type="http://schemas.openxmlformats.org/officeDocument/2006/relationships/image" Target="../media/image77.svg"/><Relationship Id="rId62" Type="http://schemas.openxmlformats.org/officeDocument/2006/relationships/image" Target="../media/image98.png"/><Relationship Id="rId83" Type="http://schemas.openxmlformats.org/officeDocument/2006/relationships/image" Target="../media/image119.svg"/><Relationship Id="rId88" Type="http://schemas.openxmlformats.org/officeDocument/2006/relationships/image" Target="../media/image124.png"/><Relationship Id="rId111" Type="http://schemas.openxmlformats.org/officeDocument/2006/relationships/image" Target="../media/image147.svg"/><Relationship Id="rId132" Type="http://schemas.openxmlformats.org/officeDocument/2006/relationships/image" Target="../media/image168.png"/><Relationship Id="rId153" Type="http://schemas.openxmlformats.org/officeDocument/2006/relationships/image" Target="../media/image189.svg"/><Relationship Id="rId174" Type="http://schemas.openxmlformats.org/officeDocument/2006/relationships/image" Target="../media/image210.png"/><Relationship Id="rId179" Type="http://schemas.openxmlformats.org/officeDocument/2006/relationships/image" Target="../media/image215.svg"/><Relationship Id="rId190" Type="http://schemas.openxmlformats.org/officeDocument/2006/relationships/image" Target="../media/image226.png"/><Relationship Id="rId15" Type="http://schemas.openxmlformats.org/officeDocument/2006/relationships/image" Target="../media/image51.svg"/><Relationship Id="rId36" Type="http://schemas.openxmlformats.org/officeDocument/2006/relationships/image" Target="../media/image72.png"/><Relationship Id="rId57" Type="http://schemas.openxmlformats.org/officeDocument/2006/relationships/image" Target="../media/image93.svg"/><Relationship Id="rId106" Type="http://schemas.openxmlformats.org/officeDocument/2006/relationships/image" Target="../media/image142.png"/><Relationship Id="rId127" Type="http://schemas.openxmlformats.org/officeDocument/2006/relationships/image" Target="../media/image163.svg"/><Relationship Id="rId10" Type="http://schemas.openxmlformats.org/officeDocument/2006/relationships/image" Target="../media/image46.png"/><Relationship Id="rId31" Type="http://schemas.openxmlformats.org/officeDocument/2006/relationships/image" Target="../media/image67.svg"/><Relationship Id="rId52" Type="http://schemas.openxmlformats.org/officeDocument/2006/relationships/image" Target="../media/image88.png"/><Relationship Id="rId73" Type="http://schemas.openxmlformats.org/officeDocument/2006/relationships/image" Target="../media/image109.svg"/><Relationship Id="rId78" Type="http://schemas.openxmlformats.org/officeDocument/2006/relationships/image" Target="../media/image114.png"/><Relationship Id="rId94" Type="http://schemas.openxmlformats.org/officeDocument/2006/relationships/image" Target="../media/image130.png"/><Relationship Id="rId99" Type="http://schemas.openxmlformats.org/officeDocument/2006/relationships/image" Target="../media/image135.svg"/><Relationship Id="rId101" Type="http://schemas.openxmlformats.org/officeDocument/2006/relationships/image" Target="../media/image137.svg"/><Relationship Id="rId122" Type="http://schemas.openxmlformats.org/officeDocument/2006/relationships/image" Target="../media/image158.png"/><Relationship Id="rId143" Type="http://schemas.openxmlformats.org/officeDocument/2006/relationships/image" Target="../media/image179.svg"/><Relationship Id="rId148" Type="http://schemas.openxmlformats.org/officeDocument/2006/relationships/image" Target="../media/image184.png"/><Relationship Id="rId164" Type="http://schemas.openxmlformats.org/officeDocument/2006/relationships/image" Target="../media/image200.png"/><Relationship Id="rId169" Type="http://schemas.openxmlformats.org/officeDocument/2006/relationships/image" Target="../media/image205.svg"/><Relationship Id="rId185" Type="http://schemas.openxmlformats.org/officeDocument/2006/relationships/image" Target="../media/image221.svg"/><Relationship Id="rId4" Type="http://schemas.openxmlformats.org/officeDocument/2006/relationships/image" Target="../media/image40.png"/><Relationship Id="rId9" Type="http://schemas.openxmlformats.org/officeDocument/2006/relationships/image" Target="../media/image45.svg"/><Relationship Id="rId180" Type="http://schemas.openxmlformats.org/officeDocument/2006/relationships/image" Target="../media/image216.png"/><Relationship Id="rId26" Type="http://schemas.openxmlformats.org/officeDocument/2006/relationships/image" Target="../media/image62.png"/><Relationship Id="rId47" Type="http://schemas.openxmlformats.org/officeDocument/2006/relationships/image" Target="../media/image83.svg"/><Relationship Id="rId68" Type="http://schemas.openxmlformats.org/officeDocument/2006/relationships/image" Target="../media/image104.png"/><Relationship Id="rId89" Type="http://schemas.openxmlformats.org/officeDocument/2006/relationships/image" Target="../media/image125.svg"/><Relationship Id="rId112" Type="http://schemas.openxmlformats.org/officeDocument/2006/relationships/image" Target="../media/image148.png"/><Relationship Id="rId133" Type="http://schemas.openxmlformats.org/officeDocument/2006/relationships/image" Target="../media/image169.svg"/><Relationship Id="rId154" Type="http://schemas.openxmlformats.org/officeDocument/2006/relationships/image" Target="../media/image190.png"/><Relationship Id="rId175" Type="http://schemas.openxmlformats.org/officeDocument/2006/relationships/image" Target="../media/image211.svg"/><Relationship Id="rId16" Type="http://schemas.openxmlformats.org/officeDocument/2006/relationships/image" Target="../media/image52.png"/><Relationship Id="rId37" Type="http://schemas.openxmlformats.org/officeDocument/2006/relationships/image" Target="../media/image73.svg"/><Relationship Id="rId58" Type="http://schemas.openxmlformats.org/officeDocument/2006/relationships/image" Target="../media/image94.png"/><Relationship Id="rId79" Type="http://schemas.openxmlformats.org/officeDocument/2006/relationships/image" Target="../media/image115.svg"/><Relationship Id="rId102" Type="http://schemas.openxmlformats.org/officeDocument/2006/relationships/image" Target="../media/image138.png"/><Relationship Id="rId123" Type="http://schemas.openxmlformats.org/officeDocument/2006/relationships/image" Target="../media/image159.svg"/><Relationship Id="rId144" Type="http://schemas.openxmlformats.org/officeDocument/2006/relationships/image" Target="../media/image180.png"/><Relationship Id="rId90" Type="http://schemas.openxmlformats.org/officeDocument/2006/relationships/image" Target="../media/image126.png"/><Relationship Id="rId165" Type="http://schemas.openxmlformats.org/officeDocument/2006/relationships/image" Target="../media/image201.svg"/><Relationship Id="rId186" Type="http://schemas.openxmlformats.org/officeDocument/2006/relationships/image" Target="../media/image222.png"/><Relationship Id="rId27" Type="http://schemas.openxmlformats.org/officeDocument/2006/relationships/image" Target="../media/image63.svg"/><Relationship Id="rId48" Type="http://schemas.openxmlformats.org/officeDocument/2006/relationships/image" Target="../media/image84.png"/><Relationship Id="rId69" Type="http://schemas.openxmlformats.org/officeDocument/2006/relationships/image" Target="../media/image105.svg"/><Relationship Id="rId113" Type="http://schemas.openxmlformats.org/officeDocument/2006/relationships/image" Target="../media/image149.svg"/><Relationship Id="rId134" Type="http://schemas.openxmlformats.org/officeDocument/2006/relationships/image" Target="../media/image170.png"/><Relationship Id="rId80" Type="http://schemas.openxmlformats.org/officeDocument/2006/relationships/image" Target="../media/image116.png"/><Relationship Id="rId155" Type="http://schemas.openxmlformats.org/officeDocument/2006/relationships/image" Target="../media/image191.svg"/><Relationship Id="rId176" Type="http://schemas.openxmlformats.org/officeDocument/2006/relationships/image" Target="../media/image212.png"/><Relationship Id="rId17" Type="http://schemas.openxmlformats.org/officeDocument/2006/relationships/image" Target="../media/image53.svg"/><Relationship Id="rId38" Type="http://schemas.openxmlformats.org/officeDocument/2006/relationships/image" Target="../media/image74.png"/><Relationship Id="rId59" Type="http://schemas.openxmlformats.org/officeDocument/2006/relationships/image" Target="../media/image95.svg"/><Relationship Id="rId103" Type="http://schemas.openxmlformats.org/officeDocument/2006/relationships/image" Target="../media/image139.svg"/><Relationship Id="rId124" Type="http://schemas.openxmlformats.org/officeDocument/2006/relationships/image" Target="../media/image160.png"/><Relationship Id="rId70" Type="http://schemas.openxmlformats.org/officeDocument/2006/relationships/image" Target="../media/image106.png"/><Relationship Id="rId91" Type="http://schemas.openxmlformats.org/officeDocument/2006/relationships/image" Target="../media/image127.svg"/><Relationship Id="rId145" Type="http://schemas.openxmlformats.org/officeDocument/2006/relationships/image" Target="../media/image181.svg"/><Relationship Id="rId166" Type="http://schemas.openxmlformats.org/officeDocument/2006/relationships/image" Target="../media/image202.png"/><Relationship Id="rId187" Type="http://schemas.openxmlformats.org/officeDocument/2006/relationships/image" Target="../media/image223.svg"/><Relationship Id="rId1" Type="http://schemas.openxmlformats.org/officeDocument/2006/relationships/slideLayout" Target="../slideLayouts/slideLayout24.xml"/><Relationship Id="rId28" Type="http://schemas.openxmlformats.org/officeDocument/2006/relationships/image" Target="../media/image64.png"/><Relationship Id="rId49" Type="http://schemas.openxmlformats.org/officeDocument/2006/relationships/image" Target="../media/image85.svg"/><Relationship Id="rId114" Type="http://schemas.openxmlformats.org/officeDocument/2006/relationships/image" Target="../media/image150.png"/><Relationship Id="rId60" Type="http://schemas.openxmlformats.org/officeDocument/2006/relationships/image" Target="../media/image96.png"/><Relationship Id="rId81" Type="http://schemas.openxmlformats.org/officeDocument/2006/relationships/image" Target="../media/image117.svg"/><Relationship Id="rId135" Type="http://schemas.openxmlformats.org/officeDocument/2006/relationships/image" Target="../media/image171.svg"/><Relationship Id="rId156" Type="http://schemas.openxmlformats.org/officeDocument/2006/relationships/image" Target="../media/image192.png"/><Relationship Id="rId177" Type="http://schemas.openxmlformats.org/officeDocument/2006/relationships/image" Target="../media/image213.svg"/><Relationship Id="rId18" Type="http://schemas.openxmlformats.org/officeDocument/2006/relationships/image" Target="../media/image54.png"/><Relationship Id="rId39" Type="http://schemas.openxmlformats.org/officeDocument/2006/relationships/image" Target="../media/image75.svg"/></Relationships>
</file>

<file path=ppt/slides/_rels/slide23.xml.rels><?xml version="1.0" encoding="UTF-8" standalone="yes"?>
<Relationships xmlns="http://schemas.openxmlformats.org/package/2006/relationships"><Relationship Id="rId117" Type="http://schemas.openxmlformats.org/officeDocument/2006/relationships/image" Target="../media/image344.svg"/><Relationship Id="rId21" Type="http://schemas.openxmlformats.org/officeDocument/2006/relationships/image" Target="../media/image249.svg"/><Relationship Id="rId42" Type="http://schemas.openxmlformats.org/officeDocument/2006/relationships/image" Target="../media/image270.png"/><Relationship Id="rId63" Type="http://schemas.openxmlformats.org/officeDocument/2006/relationships/image" Target="../media/image291.svg"/><Relationship Id="rId84" Type="http://schemas.openxmlformats.org/officeDocument/2006/relationships/image" Target="../media/image312.png"/><Relationship Id="rId138" Type="http://schemas.openxmlformats.org/officeDocument/2006/relationships/image" Target="../media/image365.png"/><Relationship Id="rId159" Type="http://schemas.openxmlformats.org/officeDocument/2006/relationships/image" Target="../media/image386.svg"/><Relationship Id="rId170" Type="http://schemas.openxmlformats.org/officeDocument/2006/relationships/image" Target="../media/image397.png"/><Relationship Id="rId191" Type="http://schemas.openxmlformats.org/officeDocument/2006/relationships/image" Target="../media/image418.svg"/><Relationship Id="rId107" Type="http://schemas.openxmlformats.org/officeDocument/2006/relationships/image" Target="../media/image335.svg"/><Relationship Id="rId11" Type="http://schemas.openxmlformats.org/officeDocument/2006/relationships/image" Target="../media/image239.svg"/><Relationship Id="rId32" Type="http://schemas.openxmlformats.org/officeDocument/2006/relationships/image" Target="../media/image260.png"/><Relationship Id="rId53" Type="http://schemas.openxmlformats.org/officeDocument/2006/relationships/image" Target="../media/image281.svg"/><Relationship Id="rId74" Type="http://schemas.openxmlformats.org/officeDocument/2006/relationships/image" Target="../media/image302.png"/><Relationship Id="rId128" Type="http://schemas.openxmlformats.org/officeDocument/2006/relationships/image" Target="../media/image355.png"/><Relationship Id="rId149" Type="http://schemas.openxmlformats.org/officeDocument/2006/relationships/image" Target="../media/image376.svg"/><Relationship Id="rId5" Type="http://schemas.openxmlformats.org/officeDocument/2006/relationships/image" Target="../media/image233.svg"/><Relationship Id="rId95" Type="http://schemas.openxmlformats.org/officeDocument/2006/relationships/image" Target="../media/image323.svg"/><Relationship Id="rId160" Type="http://schemas.openxmlformats.org/officeDocument/2006/relationships/image" Target="../media/image387.png"/><Relationship Id="rId181" Type="http://schemas.openxmlformats.org/officeDocument/2006/relationships/image" Target="../media/image408.svg"/><Relationship Id="rId22" Type="http://schemas.openxmlformats.org/officeDocument/2006/relationships/image" Target="../media/image250.png"/><Relationship Id="rId43" Type="http://schemas.openxmlformats.org/officeDocument/2006/relationships/image" Target="../media/image271.svg"/><Relationship Id="rId64" Type="http://schemas.openxmlformats.org/officeDocument/2006/relationships/image" Target="../media/image292.png"/><Relationship Id="rId118" Type="http://schemas.openxmlformats.org/officeDocument/2006/relationships/image" Target="../media/image345.png"/><Relationship Id="rId139" Type="http://schemas.openxmlformats.org/officeDocument/2006/relationships/image" Target="../media/image366.svg"/><Relationship Id="rId85" Type="http://schemas.openxmlformats.org/officeDocument/2006/relationships/image" Target="../media/image313.svg"/><Relationship Id="rId150" Type="http://schemas.openxmlformats.org/officeDocument/2006/relationships/image" Target="../media/image377.png"/><Relationship Id="rId171" Type="http://schemas.openxmlformats.org/officeDocument/2006/relationships/image" Target="../media/image398.svg"/><Relationship Id="rId192" Type="http://schemas.openxmlformats.org/officeDocument/2006/relationships/image" Target="../media/image419.png"/><Relationship Id="rId12" Type="http://schemas.openxmlformats.org/officeDocument/2006/relationships/image" Target="../media/image240.png"/><Relationship Id="rId33" Type="http://schemas.openxmlformats.org/officeDocument/2006/relationships/image" Target="../media/image261.svg"/><Relationship Id="rId108" Type="http://schemas.openxmlformats.org/officeDocument/2006/relationships/image" Target="../media/image336.png"/><Relationship Id="rId129" Type="http://schemas.openxmlformats.org/officeDocument/2006/relationships/image" Target="../media/image356.svg"/><Relationship Id="rId54" Type="http://schemas.openxmlformats.org/officeDocument/2006/relationships/image" Target="../media/image282.png"/><Relationship Id="rId75" Type="http://schemas.openxmlformats.org/officeDocument/2006/relationships/image" Target="../media/image303.svg"/><Relationship Id="rId96" Type="http://schemas.openxmlformats.org/officeDocument/2006/relationships/image" Target="../media/image324.png"/><Relationship Id="rId140" Type="http://schemas.openxmlformats.org/officeDocument/2006/relationships/image" Target="../media/image367.png"/><Relationship Id="rId161" Type="http://schemas.openxmlformats.org/officeDocument/2006/relationships/image" Target="../media/image388.svg"/><Relationship Id="rId182" Type="http://schemas.openxmlformats.org/officeDocument/2006/relationships/image" Target="../media/image409.png"/><Relationship Id="rId6" Type="http://schemas.openxmlformats.org/officeDocument/2006/relationships/image" Target="../media/image234.png"/><Relationship Id="rId23" Type="http://schemas.openxmlformats.org/officeDocument/2006/relationships/image" Target="../media/image251.svg"/><Relationship Id="rId119" Type="http://schemas.openxmlformats.org/officeDocument/2006/relationships/image" Target="../media/image346.svg"/><Relationship Id="rId44" Type="http://schemas.openxmlformats.org/officeDocument/2006/relationships/image" Target="../media/image272.png"/><Relationship Id="rId65" Type="http://schemas.openxmlformats.org/officeDocument/2006/relationships/image" Target="../media/image293.svg"/><Relationship Id="rId86" Type="http://schemas.openxmlformats.org/officeDocument/2006/relationships/image" Target="../media/image314.png"/><Relationship Id="rId130" Type="http://schemas.openxmlformats.org/officeDocument/2006/relationships/image" Target="../media/image357.png"/><Relationship Id="rId151" Type="http://schemas.openxmlformats.org/officeDocument/2006/relationships/image" Target="../media/image378.svg"/><Relationship Id="rId172" Type="http://schemas.openxmlformats.org/officeDocument/2006/relationships/image" Target="../media/image399.png"/><Relationship Id="rId193" Type="http://schemas.openxmlformats.org/officeDocument/2006/relationships/image" Target="../media/image420.svg"/><Relationship Id="rId13" Type="http://schemas.openxmlformats.org/officeDocument/2006/relationships/image" Target="../media/image241.svg"/><Relationship Id="rId109" Type="http://schemas.openxmlformats.org/officeDocument/2006/relationships/image" Target="../media/image337.svg"/><Relationship Id="rId34" Type="http://schemas.openxmlformats.org/officeDocument/2006/relationships/image" Target="../media/image262.png"/><Relationship Id="rId50" Type="http://schemas.openxmlformats.org/officeDocument/2006/relationships/image" Target="../media/image278.png"/><Relationship Id="rId55" Type="http://schemas.openxmlformats.org/officeDocument/2006/relationships/image" Target="../media/image283.svg"/><Relationship Id="rId76" Type="http://schemas.openxmlformats.org/officeDocument/2006/relationships/image" Target="../media/image304.png"/><Relationship Id="rId97" Type="http://schemas.openxmlformats.org/officeDocument/2006/relationships/image" Target="../media/image325.svg"/><Relationship Id="rId104" Type="http://schemas.openxmlformats.org/officeDocument/2006/relationships/image" Target="../media/image332.png"/><Relationship Id="rId120" Type="http://schemas.openxmlformats.org/officeDocument/2006/relationships/image" Target="../media/image347.png"/><Relationship Id="rId125" Type="http://schemas.openxmlformats.org/officeDocument/2006/relationships/image" Target="../media/image352.svg"/><Relationship Id="rId141" Type="http://schemas.openxmlformats.org/officeDocument/2006/relationships/image" Target="../media/image368.svg"/><Relationship Id="rId146" Type="http://schemas.openxmlformats.org/officeDocument/2006/relationships/image" Target="../media/image373.png"/><Relationship Id="rId167" Type="http://schemas.openxmlformats.org/officeDocument/2006/relationships/image" Target="../media/image394.svg"/><Relationship Id="rId188" Type="http://schemas.openxmlformats.org/officeDocument/2006/relationships/image" Target="../media/image415.png"/><Relationship Id="rId7" Type="http://schemas.openxmlformats.org/officeDocument/2006/relationships/image" Target="../media/image235.svg"/><Relationship Id="rId71" Type="http://schemas.openxmlformats.org/officeDocument/2006/relationships/image" Target="../media/image299.svg"/><Relationship Id="rId92" Type="http://schemas.openxmlformats.org/officeDocument/2006/relationships/image" Target="../media/image320.png"/><Relationship Id="rId162" Type="http://schemas.openxmlformats.org/officeDocument/2006/relationships/image" Target="../media/image389.png"/><Relationship Id="rId183" Type="http://schemas.openxmlformats.org/officeDocument/2006/relationships/image" Target="../media/image410.svg"/><Relationship Id="rId2" Type="http://schemas.openxmlformats.org/officeDocument/2006/relationships/image" Target="../media/image230.png"/><Relationship Id="rId29" Type="http://schemas.openxmlformats.org/officeDocument/2006/relationships/image" Target="../media/image257.svg"/><Relationship Id="rId24" Type="http://schemas.openxmlformats.org/officeDocument/2006/relationships/image" Target="../media/image252.png"/><Relationship Id="rId40" Type="http://schemas.openxmlformats.org/officeDocument/2006/relationships/image" Target="../media/image268.png"/><Relationship Id="rId45" Type="http://schemas.openxmlformats.org/officeDocument/2006/relationships/image" Target="../media/image273.svg"/><Relationship Id="rId66" Type="http://schemas.openxmlformats.org/officeDocument/2006/relationships/image" Target="../media/image294.png"/><Relationship Id="rId87" Type="http://schemas.openxmlformats.org/officeDocument/2006/relationships/image" Target="../media/image315.svg"/><Relationship Id="rId110" Type="http://schemas.openxmlformats.org/officeDocument/2006/relationships/image" Target="../media/image338.png"/><Relationship Id="rId115" Type="http://schemas.openxmlformats.org/officeDocument/2006/relationships/image" Target="../media/image343.svg"/><Relationship Id="rId131" Type="http://schemas.openxmlformats.org/officeDocument/2006/relationships/image" Target="../media/image358.svg"/><Relationship Id="rId136" Type="http://schemas.openxmlformats.org/officeDocument/2006/relationships/image" Target="../media/image363.png"/><Relationship Id="rId157" Type="http://schemas.openxmlformats.org/officeDocument/2006/relationships/image" Target="../media/image384.svg"/><Relationship Id="rId178" Type="http://schemas.openxmlformats.org/officeDocument/2006/relationships/image" Target="../media/image405.png"/><Relationship Id="rId61" Type="http://schemas.openxmlformats.org/officeDocument/2006/relationships/image" Target="../media/image289.svg"/><Relationship Id="rId82" Type="http://schemas.openxmlformats.org/officeDocument/2006/relationships/image" Target="../media/image310.png"/><Relationship Id="rId152" Type="http://schemas.openxmlformats.org/officeDocument/2006/relationships/image" Target="../media/image379.png"/><Relationship Id="rId173" Type="http://schemas.openxmlformats.org/officeDocument/2006/relationships/image" Target="../media/image400.svg"/><Relationship Id="rId19" Type="http://schemas.openxmlformats.org/officeDocument/2006/relationships/image" Target="../media/image247.svg"/><Relationship Id="rId14" Type="http://schemas.openxmlformats.org/officeDocument/2006/relationships/image" Target="../media/image242.png"/><Relationship Id="rId30" Type="http://schemas.openxmlformats.org/officeDocument/2006/relationships/image" Target="../media/image258.png"/><Relationship Id="rId35" Type="http://schemas.openxmlformats.org/officeDocument/2006/relationships/image" Target="../media/image263.svg"/><Relationship Id="rId56" Type="http://schemas.openxmlformats.org/officeDocument/2006/relationships/image" Target="../media/image284.png"/><Relationship Id="rId77" Type="http://schemas.openxmlformats.org/officeDocument/2006/relationships/image" Target="../media/image305.svg"/><Relationship Id="rId100" Type="http://schemas.openxmlformats.org/officeDocument/2006/relationships/image" Target="../media/image328.png"/><Relationship Id="rId105" Type="http://schemas.openxmlformats.org/officeDocument/2006/relationships/image" Target="../media/image333.svg"/><Relationship Id="rId126" Type="http://schemas.openxmlformats.org/officeDocument/2006/relationships/image" Target="../media/image353.png"/><Relationship Id="rId147" Type="http://schemas.openxmlformats.org/officeDocument/2006/relationships/image" Target="../media/image374.svg"/><Relationship Id="rId168" Type="http://schemas.openxmlformats.org/officeDocument/2006/relationships/image" Target="../media/image395.png"/><Relationship Id="rId8" Type="http://schemas.openxmlformats.org/officeDocument/2006/relationships/image" Target="../media/image236.png"/><Relationship Id="rId51" Type="http://schemas.openxmlformats.org/officeDocument/2006/relationships/image" Target="../media/image279.svg"/><Relationship Id="rId72" Type="http://schemas.openxmlformats.org/officeDocument/2006/relationships/image" Target="../media/image300.png"/><Relationship Id="rId93" Type="http://schemas.openxmlformats.org/officeDocument/2006/relationships/image" Target="../media/image321.svg"/><Relationship Id="rId98" Type="http://schemas.openxmlformats.org/officeDocument/2006/relationships/image" Target="../media/image326.png"/><Relationship Id="rId121" Type="http://schemas.openxmlformats.org/officeDocument/2006/relationships/image" Target="../media/image348.svg"/><Relationship Id="rId142" Type="http://schemas.openxmlformats.org/officeDocument/2006/relationships/image" Target="../media/image369.png"/><Relationship Id="rId163" Type="http://schemas.openxmlformats.org/officeDocument/2006/relationships/image" Target="../media/image390.svg"/><Relationship Id="rId184" Type="http://schemas.openxmlformats.org/officeDocument/2006/relationships/image" Target="../media/image411.png"/><Relationship Id="rId189" Type="http://schemas.openxmlformats.org/officeDocument/2006/relationships/image" Target="../media/image416.svg"/><Relationship Id="rId3" Type="http://schemas.openxmlformats.org/officeDocument/2006/relationships/image" Target="../media/image231.svg"/><Relationship Id="rId25" Type="http://schemas.openxmlformats.org/officeDocument/2006/relationships/image" Target="../media/image253.svg"/><Relationship Id="rId46" Type="http://schemas.openxmlformats.org/officeDocument/2006/relationships/image" Target="../media/image274.png"/><Relationship Id="rId67" Type="http://schemas.openxmlformats.org/officeDocument/2006/relationships/image" Target="../media/image295.svg"/><Relationship Id="rId116" Type="http://schemas.openxmlformats.org/officeDocument/2006/relationships/image" Target="../media/image176.png"/><Relationship Id="rId137" Type="http://schemas.openxmlformats.org/officeDocument/2006/relationships/image" Target="../media/image364.svg"/><Relationship Id="rId158" Type="http://schemas.openxmlformats.org/officeDocument/2006/relationships/image" Target="../media/image385.png"/><Relationship Id="rId20" Type="http://schemas.openxmlformats.org/officeDocument/2006/relationships/image" Target="../media/image248.png"/><Relationship Id="rId41" Type="http://schemas.openxmlformats.org/officeDocument/2006/relationships/image" Target="../media/image269.svg"/><Relationship Id="rId62" Type="http://schemas.openxmlformats.org/officeDocument/2006/relationships/image" Target="../media/image290.png"/><Relationship Id="rId83" Type="http://schemas.openxmlformats.org/officeDocument/2006/relationships/image" Target="../media/image311.svg"/><Relationship Id="rId88" Type="http://schemas.openxmlformats.org/officeDocument/2006/relationships/image" Target="../media/image316.png"/><Relationship Id="rId111" Type="http://schemas.openxmlformats.org/officeDocument/2006/relationships/image" Target="../media/image339.svg"/><Relationship Id="rId132" Type="http://schemas.openxmlformats.org/officeDocument/2006/relationships/image" Target="../media/image359.png"/><Relationship Id="rId153" Type="http://schemas.openxmlformats.org/officeDocument/2006/relationships/image" Target="../media/image380.svg"/><Relationship Id="rId174" Type="http://schemas.openxmlformats.org/officeDocument/2006/relationships/image" Target="../media/image401.png"/><Relationship Id="rId179" Type="http://schemas.openxmlformats.org/officeDocument/2006/relationships/image" Target="../media/image406.svg"/><Relationship Id="rId190" Type="http://schemas.openxmlformats.org/officeDocument/2006/relationships/image" Target="../media/image417.png"/><Relationship Id="rId15" Type="http://schemas.openxmlformats.org/officeDocument/2006/relationships/image" Target="../media/image243.svg"/><Relationship Id="rId36" Type="http://schemas.openxmlformats.org/officeDocument/2006/relationships/image" Target="../media/image264.png"/><Relationship Id="rId57" Type="http://schemas.openxmlformats.org/officeDocument/2006/relationships/image" Target="../media/image285.svg"/><Relationship Id="rId106" Type="http://schemas.openxmlformats.org/officeDocument/2006/relationships/image" Target="../media/image334.png"/><Relationship Id="rId127" Type="http://schemas.openxmlformats.org/officeDocument/2006/relationships/image" Target="../media/image354.svg"/><Relationship Id="rId10" Type="http://schemas.openxmlformats.org/officeDocument/2006/relationships/image" Target="../media/image238.png"/><Relationship Id="rId31" Type="http://schemas.openxmlformats.org/officeDocument/2006/relationships/image" Target="../media/image259.svg"/><Relationship Id="rId52" Type="http://schemas.openxmlformats.org/officeDocument/2006/relationships/image" Target="../media/image280.png"/><Relationship Id="rId73" Type="http://schemas.openxmlformats.org/officeDocument/2006/relationships/image" Target="../media/image301.svg"/><Relationship Id="rId78" Type="http://schemas.openxmlformats.org/officeDocument/2006/relationships/image" Target="../media/image306.png"/><Relationship Id="rId94" Type="http://schemas.openxmlformats.org/officeDocument/2006/relationships/image" Target="../media/image322.png"/><Relationship Id="rId99" Type="http://schemas.openxmlformats.org/officeDocument/2006/relationships/image" Target="../media/image327.svg"/><Relationship Id="rId101" Type="http://schemas.openxmlformats.org/officeDocument/2006/relationships/image" Target="../media/image329.svg"/><Relationship Id="rId122" Type="http://schemas.openxmlformats.org/officeDocument/2006/relationships/image" Target="../media/image349.png"/><Relationship Id="rId143" Type="http://schemas.openxmlformats.org/officeDocument/2006/relationships/image" Target="../media/image370.svg"/><Relationship Id="rId148" Type="http://schemas.openxmlformats.org/officeDocument/2006/relationships/image" Target="../media/image375.png"/><Relationship Id="rId164" Type="http://schemas.openxmlformats.org/officeDocument/2006/relationships/image" Target="../media/image391.png"/><Relationship Id="rId169" Type="http://schemas.openxmlformats.org/officeDocument/2006/relationships/image" Target="../media/image396.svg"/><Relationship Id="rId185" Type="http://schemas.openxmlformats.org/officeDocument/2006/relationships/image" Target="../media/image412.svg"/><Relationship Id="rId4" Type="http://schemas.openxmlformats.org/officeDocument/2006/relationships/image" Target="../media/image232.png"/><Relationship Id="rId9" Type="http://schemas.openxmlformats.org/officeDocument/2006/relationships/image" Target="../media/image237.svg"/><Relationship Id="rId180" Type="http://schemas.openxmlformats.org/officeDocument/2006/relationships/image" Target="../media/image407.png"/><Relationship Id="rId26" Type="http://schemas.openxmlformats.org/officeDocument/2006/relationships/image" Target="../media/image254.png"/><Relationship Id="rId47" Type="http://schemas.openxmlformats.org/officeDocument/2006/relationships/image" Target="../media/image275.svg"/><Relationship Id="rId68" Type="http://schemas.openxmlformats.org/officeDocument/2006/relationships/image" Target="../media/image296.png"/><Relationship Id="rId89" Type="http://schemas.openxmlformats.org/officeDocument/2006/relationships/image" Target="../media/image317.svg"/><Relationship Id="rId112" Type="http://schemas.openxmlformats.org/officeDocument/2006/relationships/image" Target="../media/image340.png"/><Relationship Id="rId133" Type="http://schemas.openxmlformats.org/officeDocument/2006/relationships/image" Target="../media/image360.svg"/><Relationship Id="rId154" Type="http://schemas.openxmlformats.org/officeDocument/2006/relationships/image" Target="../media/image381.png"/><Relationship Id="rId175" Type="http://schemas.openxmlformats.org/officeDocument/2006/relationships/image" Target="../media/image402.svg"/><Relationship Id="rId16" Type="http://schemas.openxmlformats.org/officeDocument/2006/relationships/image" Target="../media/image244.png"/><Relationship Id="rId37" Type="http://schemas.openxmlformats.org/officeDocument/2006/relationships/image" Target="../media/image265.svg"/><Relationship Id="rId58" Type="http://schemas.openxmlformats.org/officeDocument/2006/relationships/image" Target="../media/image286.png"/><Relationship Id="rId79" Type="http://schemas.openxmlformats.org/officeDocument/2006/relationships/image" Target="../media/image307.svg"/><Relationship Id="rId102" Type="http://schemas.openxmlformats.org/officeDocument/2006/relationships/image" Target="../media/image330.png"/><Relationship Id="rId123" Type="http://schemas.openxmlformats.org/officeDocument/2006/relationships/image" Target="../media/image350.svg"/><Relationship Id="rId144" Type="http://schemas.openxmlformats.org/officeDocument/2006/relationships/image" Target="../media/image371.png"/><Relationship Id="rId90" Type="http://schemas.openxmlformats.org/officeDocument/2006/relationships/image" Target="../media/image318.png"/><Relationship Id="rId165" Type="http://schemas.openxmlformats.org/officeDocument/2006/relationships/image" Target="../media/image392.svg"/><Relationship Id="rId186" Type="http://schemas.openxmlformats.org/officeDocument/2006/relationships/image" Target="../media/image413.png"/><Relationship Id="rId27" Type="http://schemas.openxmlformats.org/officeDocument/2006/relationships/image" Target="../media/image255.svg"/><Relationship Id="rId48" Type="http://schemas.openxmlformats.org/officeDocument/2006/relationships/image" Target="../media/image276.png"/><Relationship Id="rId69" Type="http://schemas.openxmlformats.org/officeDocument/2006/relationships/image" Target="../media/image297.svg"/><Relationship Id="rId113" Type="http://schemas.openxmlformats.org/officeDocument/2006/relationships/image" Target="../media/image341.svg"/><Relationship Id="rId134" Type="http://schemas.openxmlformats.org/officeDocument/2006/relationships/image" Target="../media/image361.png"/><Relationship Id="rId80" Type="http://schemas.openxmlformats.org/officeDocument/2006/relationships/image" Target="../media/image308.png"/><Relationship Id="rId155" Type="http://schemas.openxmlformats.org/officeDocument/2006/relationships/image" Target="../media/image382.svg"/><Relationship Id="rId176" Type="http://schemas.openxmlformats.org/officeDocument/2006/relationships/image" Target="../media/image403.png"/><Relationship Id="rId17" Type="http://schemas.openxmlformats.org/officeDocument/2006/relationships/image" Target="../media/image245.svg"/><Relationship Id="rId38" Type="http://schemas.openxmlformats.org/officeDocument/2006/relationships/image" Target="../media/image266.png"/><Relationship Id="rId59" Type="http://schemas.openxmlformats.org/officeDocument/2006/relationships/image" Target="../media/image287.svg"/><Relationship Id="rId103" Type="http://schemas.openxmlformats.org/officeDocument/2006/relationships/image" Target="../media/image331.svg"/><Relationship Id="rId124" Type="http://schemas.openxmlformats.org/officeDocument/2006/relationships/image" Target="../media/image351.png"/><Relationship Id="rId70" Type="http://schemas.openxmlformats.org/officeDocument/2006/relationships/image" Target="../media/image298.png"/><Relationship Id="rId91" Type="http://schemas.openxmlformats.org/officeDocument/2006/relationships/image" Target="../media/image319.svg"/><Relationship Id="rId145" Type="http://schemas.openxmlformats.org/officeDocument/2006/relationships/image" Target="../media/image372.svg"/><Relationship Id="rId166" Type="http://schemas.openxmlformats.org/officeDocument/2006/relationships/image" Target="../media/image393.png"/><Relationship Id="rId187" Type="http://schemas.openxmlformats.org/officeDocument/2006/relationships/image" Target="../media/image414.svg"/><Relationship Id="rId1" Type="http://schemas.openxmlformats.org/officeDocument/2006/relationships/slideLayout" Target="../slideLayouts/slideLayout24.xml"/><Relationship Id="rId28" Type="http://schemas.openxmlformats.org/officeDocument/2006/relationships/image" Target="../media/image256.png"/><Relationship Id="rId49" Type="http://schemas.openxmlformats.org/officeDocument/2006/relationships/image" Target="../media/image277.svg"/><Relationship Id="rId114" Type="http://schemas.openxmlformats.org/officeDocument/2006/relationships/image" Target="../media/image342.png"/><Relationship Id="rId60" Type="http://schemas.openxmlformats.org/officeDocument/2006/relationships/image" Target="../media/image288.png"/><Relationship Id="rId81" Type="http://schemas.openxmlformats.org/officeDocument/2006/relationships/image" Target="../media/image309.svg"/><Relationship Id="rId135" Type="http://schemas.openxmlformats.org/officeDocument/2006/relationships/image" Target="../media/image362.svg"/><Relationship Id="rId156" Type="http://schemas.openxmlformats.org/officeDocument/2006/relationships/image" Target="../media/image383.png"/><Relationship Id="rId177" Type="http://schemas.openxmlformats.org/officeDocument/2006/relationships/image" Target="../media/image404.svg"/><Relationship Id="rId18" Type="http://schemas.openxmlformats.org/officeDocument/2006/relationships/image" Target="../media/image246.png"/><Relationship Id="rId39" Type="http://schemas.openxmlformats.org/officeDocument/2006/relationships/image" Target="../media/image26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056863-F80C-48A3-A4AD-8AAE85C576E3}"/>
              </a:ext>
            </a:extLst>
          </p:cNvPr>
          <p:cNvSpPr txBox="1"/>
          <p:nvPr/>
        </p:nvSpPr>
        <p:spPr>
          <a:xfrm rot="16200000">
            <a:off x="-2316535" y="3259723"/>
            <a:ext cx="6141028" cy="338554"/>
          </a:xfrm>
          <a:prstGeom prst="rect">
            <a:avLst/>
          </a:prstGeom>
          <a:noFill/>
        </p:spPr>
        <p:txBody>
          <a:bodyPr wrap="square" rtlCol="0" anchor="ctr" anchorCtr="0">
            <a:spAutoFit/>
          </a:bodyPr>
          <a:lstStyle/>
          <a:p>
            <a:pPr algn="ctr"/>
            <a:r>
              <a:rPr lang="en-US" altLang="ko-KR" sz="1600" spc="300" dirty="0">
                <a:solidFill>
                  <a:srgbClr val="082D6E"/>
                </a:solidFill>
                <a:cs typeface="Arial" panose="020B0604020202020204" pitchFamily="34" charset="0"/>
              </a:rPr>
              <a:t>chinaz.com</a:t>
            </a:r>
            <a:endParaRPr lang="ko-KR" altLang="en-US" sz="1600" spc="300" dirty="0">
              <a:solidFill>
                <a:srgbClr val="082D6E"/>
              </a:solidFill>
              <a:cs typeface="Arial" panose="020B0604020202020204" pitchFamily="34" charset="0"/>
            </a:endParaRPr>
          </a:p>
        </p:txBody>
      </p:sp>
      <p:sp>
        <p:nvSpPr>
          <p:cNvPr id="8" name="TextBox 7">
            <a:extLst>
              <a:ext uri="{FF2B5EF4-FFF2-40B4-BE49-F238E27FC236}">
                <a16:creationId xmlns:a16="http://schemas.microsoft.com/office/drawing/2014/main" id="{0F816CC5-0CBC-4D64-B43F-B2BB8F6F040E}"/>
              </a:ext>
            </a:extLst>
          </p:cNvPr>
          <p:cNvSpPr txBox="1"/>
          <p:nvPr/>
        </p:nvSpPr>
        <p:spPr>
          <a:xfrm rot="5400000">
            <a:off x="8367506" y="3259723"/>
            <a:ext cx="6141028" cy="338554"/>
          </a:xfrm>
          <a:prstGeom prst="rect">
            <a:avLst/>
          </a:prstGeom>
          <a:noFill/>
        </p:spPr>
        <p:txBody>
          <a:bodyPr wrap="square" rtlCol="0" anchor="ctr" anchorCtr="0">
            <a:spAutoFit/>
          </a:bodyPr>
          <a:lstStyle/>
          <a:p>
            <a:pPr algn="ctr"/>
            <a:r>
              <a:rPr lang="en-US" altLang="ko-KR" sz="1600" spc="300" dirty="0">
                <a:solidFill>
                  <a:srgbClr val="082D6E"/>
                </a:solidFill>
                <a:cs typeface="Arial" panose="020B0604020202020204" pitchFamily="34" charset="0"/>
              </a:rPr>
              <a:t>17th September, 20XX</a:t>
            </a:r>
            <a:endParaRPr lang="ko-KR" altLang="en-US" sz="1600" spc="300" dirty="0">
              <a:solidFill>
                <a:srgbClr val="082D6E"/>
              </a:solidFill>
              <a:cs typeface="Arial" panose="020B0604020202020204" pitchFamily="34" charset="0"/>
            </a:endParaRPr>
          </a:p>
        </p:txBody>
      </p:sp>
      <p:sp>
        <p:nvSpPr>
          <p:cNvPr id="10" name="TextBox 9">
            <a:extLst>
              <a:ext uri="{FF2B5EF4-FFF2-40B4-BE49-F238E27FC236}">
                <a16:creationId xmlns:a16="http://schemas.microsoft.com/office/drawing/2014/main" id="{18E6524C-9C7C-48A7-A37D-CF5832228CC7}"/>
              </a:ext>
            </a:extLst>
          </p:cNvPr>
          <p:cNvSpPr txBox="1"/>
          <p:nvPr/>
        </p:nvSpPr>
        <p:spPr>
          <a:xfrm>
            <a:off x="1879604" y="2334158"/>
            <a:ext cx="8432796" cy="1107996"/>
          </a:xfrm>
          <a:prstGeom prst="rect">
            <a:avLst/>
          </a:prstGeom>
          <a:noFill/>
        </p:spPr>
        <p:txBody>
          <a:bodyPr wrap="square" rtlCol="0" anchor="ctr" anchorCtr="0">
            <a:spAutoFit/>
          </a:bodyPr>
          <a:lstStyle/>
          <a:p>
            <a:pPr algn="ctr"/>
            <a:r>
              <a:rPr lang="en-US" altLang="ko-KR" sz="6600" dirty="0">
                <a:solidFill>
                  <a:srgbClr val="082D6E"/>
                </a:solidFill>
                <a:latin typeface="+mj-lt"/>
                <a:cs typeface="Arial" panose="020B0604020202020204" pitchFamily="34" charset="0"/>
              </a:rPr>
              <a:t>Physical Therapy Thesis</a:t>
            </a:r>
            <a:endParaRPr lang="ko-KR" altLang="en-US" sz="6600" dirty="0">
              <a:solidFill>
                <a:srgbClr val="082D6E"/>
              </a:solidFill>
              <a:latin typeface="+mj-lt"/>
              <a:cs typeface="Arial" panose="020B0604020202020204" pitchFamily="34" charset="0"/>
            </a:endParaRPr>
          </a:p>
        </p:txBody>
      </p:sp>
      <p:sp>
        <p:nvSpPr>
          <p:cNvPr id="11" name="TextBox 10">
            <a:extLst>
              <a:ext uri="{FF2B5EF4-FFF2-40B4-BE49-F238E27FC236}">
                <a16:creationId xmlns:a16="http://schemas.microsoft.com/office/drawing/2014/main" id="{99F84E15-8E12-48BC-8984-C8E25642E1C1}"/>
              </a:ext>
            </a:extLst>
          </p:cNvPr>
          <p:cNvSpPr txBox="1"/>
          <p:nvPr/>
        </p:nvSpPr>
        <p:spPr>
          <a:xfrm>
            <a:off x="3589866" y="4327657"/>
            <a:ext cx="5012268" cy="519351"/>
          </a:xfrm>
          <a:prstGeom prst="roundRect">
            <a:avLst>
              <a:gd name="adj" fmla="val 50000"/>
            </a:avLst>
          </a:prstGeom>
          <a:solidFill>
            <a:schemeClr val="bg1"/>
          </a:solidFill>
          <a:ln w="12700">
            <a:solidFill>
              <a:srgbClr val="082D6E"/>
            </a:solidFill>
          </a:ln>
          <a:effectLst/>
        </p:spPr>
        <p:txBody>
          <a:bodyPr wrap="square" rtlCol="0" anchor="ctr" anchorCtr="0">
            <a:spAutoFit/>
          </a:bodyPr>
          <a:lstStyle>
            <a:defPPr>
              <a:defRPr lang="ko-KR"/>
            </a:defPPr>
            <a:lvl1pPr>
              <a:defRPr sz="3200" b="1">
                <a:latin typeface="Arial Black" panose="020B0A04020102020204" pitchFamily="34" charset="0"/>
                <a:cs typeface="Arial" panose="020B0604020202020204" pitchFamily="34" charset="0"/>
              </a:defRPr>
            </a:lvl1pPr>
          </a:lstStyle>
          <a:p>
            <a:pPr algn="ctr"/>
            <a:r>
              <a:rPr lang="en-US" altLang="ko-KR" sz="1800" b="0" dirty="0">
                <a:solidFill>
                  <a:srgbClr val="082D6E"/>
                </a:solidFill>
                <a:latin typeface="+mn-lt"/>
              </a:rPr>
              <a:t>Your name or Company name</a:t>
            </a:r>
            <a:endParaRPr lang="ko-KR" altLang="en-US" sz="1800" b="0" dirty="0">
              <a:solidFill>
                <a:srgbClr val="082D6E"/>
              </a:solidFill>
              <a:latin typeface="+mn-lt"/>
            </a:endParaRPr>
          </a:p>
        </p:txBody>
      </p:sp>
      <p:sp>
        <p:nvSpPr>
          <p:cNvPr id="12" name="TextBox 11">
            <a:extLst>
              <a:ext uri="{FF2B5EF4-FFF2-40B4-BE49-F238E27FC236}">
                <a16:creationId xmlns:a16="http://schemas.microsoft.com/office/drawing/2014/main" id="{A8858984-1057-4433-9B44-CA141A429442}"/>
              </a:ext>
            </a:extLst>
          </p:cNvPr>
          <p:cNvSpPr txBox="1"/>
          <p:nvPr/>
        </p:nvSpPr>
        <p:spPr>
          <a:xfrm>
            <a:off x="1879601" y="3514773"/>
            <a:ext cx="8432798" cy="461665"/>
          </a:xfrm>
          <a:prstGeom prst="rect">
            <a:avLst/>
          </a:prstGeom>
          <a:noFill/>
        </p:spPr>
        <p:txBody>
          <a:bodyPr wrap="square" rtlCol="0" anchor="ctr" anchorCtr="0">
            <a:spAutoFit/>
          </a:bodyPr>
          <a:lstStyle/>
          <a:p>
            <a:pPr algn="ctr"/>
            <a:r>
              <a:rPr lang="en-US" altLang="ko-KR" sz="2400" dirty="0">
                <a:solidFill>
                  <a:srgbClr val="082D6E"/>
                </a:solidFill>
                <a:cs typeface="Arial" panose="020B0604020202020204" pitchFamily="34" charset="0"/>
              </a:rPr>
              <a:t>Insert the sub title of your presentation</a:t>
            </a:r>
            <a:endParaRPr lang="ko-KR" altLang="en-US" sz="2400" dirty="0">
              <a:solidFill>
                <a:srgbClr val="082D6E"/>
              </a:solidFill>
              <a:cs typeface="Arial" panose="020B0604020202020204" pitchFamily="34" charset="0"/>
            </a:endParaRPr>
          </a:p>
        </p:txBody>
      </p:sp>
    </p:spTree>
    <p:extLst>
      <p:ext uri="{BB962C8B-B14F-4D97-AF65-F5344CB8AC3E}">
        <p14:creationId xmlns:p14="http://schemas.microsoft.com/office/powerpoint/2010/main" val="2765140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267D1E18-BF09-42AD-82A6-FD5BB78DAFFD}"/>
              </a:ext>
            </a:extLst>
          </p:cNvPr>
          <p:cNvSpPr txBox="1"/>
          <p:nvPr/>
        </p:nvSpPr>
        <p:spPr>
          <a:xfrm>
            <a:off x="1762264" y="2594394"/>
            <a:ext cx="4028097" cy="1077218"/>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dirty="0">
                <a:solidFill>
                  <a:srgbClr val="082D6E"/>
                </a:solidFill>
              </a:rPr>
              <a:t>Lorem ipsum dolor sit </a:t>
            </a:r>
            <a:r>
              <a:rPr lang="en-US" altLang="ko-KR" sz="1600" dirty="0" err="1">
                <a:solidFill>
                  <a:srgbClr val="082D6E"/>
                </a:solidFill>
              </a:rPr>
              <a:t>amet</a:t>
            </a:r>
            <a:endParaRPr lang="en-US" altLang="ko-KR" sz="1600" dirty="0">
              <a:solidFill>
                <a:srgbClr val="082D6E"/>
              </a:solidFill>
            </a:endParaRPr>
          </a:p>
          <a:p>
            <a:pPr marL="171450" indent="-171450">
              <a:buFont typeface="Wingdings" panose="05000000000000000000" pitchFamily="2" charset="2"/>
              <a:buChar char="§"/>
            </a:pP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adipiscing</a:t>
            </a:r>
            <a:r>
              <a:rPr lang="en-US" altLang="ko-KR" sz="1600" dirty="0">
                <a:solidFill>
                  <a:srgbClr val="082D6E"/>
                </a:solidFill>
              </a:rPr>
              <a:t> </a:t>
            </a:r>
            <a:r>
              <a:rPr lang="en-US" altLang="ko-KR" sz="1600" dirty="0" err="1">
                <a:solidFill>
                  <a:srgbClr val="082D6E"/>
                </a:solidFill>
              </a:rPr>
              <a:t>elit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Sed do </a:t>
            </a:r>
            <a:r>
              <a:rPr lang="en-US" altLang="ko-KR" sz="1600" dirty="0" err="1">
                <a:solidFill>
                  <a:srgbClr val="082D6E"/>
                </a:solidFill>
              </a:rPr>
              <a:t>eiusmod</a:t>
            </a:r>
            <a:r>
              <a:rPr lang="en-US" altLang="ko-KR" sz="1600" dirty="0">
                <a:solidFill>
                  <a:srgbClr val="082D6E"/>
                </a:solidFill>
              </a:rPr>
              <a:t> </a:t>
            </a:r>
            <a:r>
              <a:rPr lang="en-US" altLang="ko-KR" sz="1600" dirty="0" err="1">
                <a:solidFill>
                  <a:srgbClr val="082D6E"/>
                </a:solidFill>
              </a:rPr>
              <a:t>tempor</a:t>
            </a:r>
            <a:r>
              <a:rPr lang="en-US" altLang="ko-KR" sz="1600" dirty="0">
                <a:solidFill>
                  <a:srgbClr val="082D6E"/>
                </a:solidFill>
              </a:rPr>
              <a:t> </a:t>
            </a:r>
            <a:r>
              <a:rPr lang="en-US" altLang="ko-KR" sz="1600" dirty="0" err="1">
                <a:solidFill>
                  <a:srgbClr val="082D6E"/>
                </a:solidFill>
              </a:rPr>
              <a:t>incididunt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Ut </a:t>
            </a:r>
            <a:r>
              <a:rPr lang="en-US" altLang="ko-KR" sz="1600" dirty="0" err="1">
                <a:solidFill>
                  <a:srgbClr val="082D6E"/>
                </a:solidFill>
              </a:rPr>
              <a:t>labore</a:t>
            </a:r>
            <a:r>
              <a:rPr lang="en-US" altLang="ko-KR" sz="1600" dirty="0">
                <a:solidFill>
                  <a:srgbClr val="082D6E"/>
                </a:solidFill>
              </a:rPr>
              <a:t> et dolore magna </a:t>
            </a:r>
            <a:r>
              <a:rPr lang="en-US" altLang="ko-KR" sz="1600" dirty="0" err="1">
                <a:solidFill>
                  <a:srgbClr val="082D6E"/>
                </a:solidFill>
              </a:rPr>
              <a:t>aliqua</a:t>
            </a:r>
            <a:endParaRPr lang="en-US" altLang="ko-KR" sz="1600" dirty="0">
              <a:solidFill>
                <a:srgbClr val="082D6E"/>
              </a:solidFill>
            </a:endParaRPr>
          </a:p>
        </p:txBody>
      </p:sp>
      <p:sp>
        <p:nvSpPr>
          <p:cNvPr id="16" name="직사각형 15">
            <a:extLst>
              <a:ext uri="{FF2B5EF4-FFF2-40B4-BE49-F238E27FC236}">
                <a16:creationId xmlns:a16="http://schemas.microsoft.com/office/drawing/2014/main" id="{4C2EA09A-316E-4201-95DC-16710DA8CDAA}"/>
              </a:ext>
            </a:extLst>
          </p:cNvPr>
          <p:cNvSpPr/>
          <p:nvPr/>
        </p:nvSpPr>
        <p:spPr>
          <a:xfrm>
            <a:off x="1762263" y="2068803"/>
            <a:ext cx="4028097" cy="461665"/>
          </a:xfrm>
          <a:prstGeom prst="rect">
            <a:avLst/>
          </a:prstGeom>
        </p:spPr>
        <p:txBody>
          <a:bodyPr wrap="square">
            <a:spAutoFit/>
          </a:bodyPr>
          <a:lstStyle/>
          <a:p>
            <a:r>
              <a:rPr lang="en-US" altLang="ko-KR" sz="2400" dirty="0">
                <a:solidFill>
                  <a:srgbClr val="082D6E"/>
                </a:solidFill>
                <a:latin typeface="+mj-lt"/>
              </a:rPr>
              <a:t>01. Lorem ipsum</a:t>
            </a:r>
            <a:endParaRPr lang="ko-KR" altLang="en-US" sz="2400" dirty="0">
              <a:solidFill>
                <a:srgbClr val="082D6E"/>
              </a:solidFill>
              <a:latin typeface="+mj-lt"/>
            </a:endParaRPr>
          </a:p>
        </p:txBody>
      </p:sp>
      <p:sp>
        <p:nvSpPr>
          <p:cNvPr id="17" name="직사각형 16">
            <a:extLst>
              <a:ext uri="{FF2B5EF4-FFF2-40B4-BE49-F238E27FC236}">
                <a16:creationId xmlns:a16="http://schemas.microsoft.com/office/drawing/2014/main" id="{C91C6AC5-7EB4-4E7F-96D6-42E2275E7C94}"/>
              </a:ext>
            </a:extLst>
          </p:cNvPr>
          <p:cNvSpPr/>
          <p:nvPr/>
        </p:nvSpPr>
        <p:spPr>
          <a:xfrm>
            <a:off x="1762262" y="1314408"/>
            <a:ext cx="8667475" cy="461665"/>
          </a:xfrm>
          <a:prstGeom prst="rect">
            <a:avLst/>
          </a:prstGeom>
        </p:spPr>
        <p:txBody>
          <a:bodyPr wrap="square">
            <a:spAutoFit/>
          </a:bodyPr>
          <a:lstStyle/>
          <a:p>
            <a:r>
              <a:rPr lang="en-US" altLang="ko-KR" sz="2400" dirty="0">
                <a:solidFill>
                  <a:srgbClr val="082D6E"/>
                </a:solidFill>
              </a:rPr>
              <a:t>Contents</a:t>
            </a:r>
            <a:endParaRPr lang="ko-KR" altLang="en-US" sz="2400" dirty="0">
              <a:solidFill>
                <a:srgbClr val="082D6E"/>
              </a:solidFill>
            </a:endParaRPr>
          </a:p>
        </p:txBody>
      </p:sp>
      <p:sp>
        <p:nvSpPr>
          <p:cNvPr id="18" name="TextBox 17">
            <a:extLst>
              <a:ext uri="{FF2B5EF4-FFF2-40B4-BE49-F238E27FC236}">
                <a16:creationId xmlns:a16="http://schemas.microsoft.com/office/drawing/2014/main" id="{145B7FD0-F382-4C08-87B8-550A551D75A4}"/>
              </a:ext>
            </a:extLst>
          </p:cNvPr>
          <p:cNvSpPr txBox="1"/>
          <p:nvPr/>
        </p:nvSpPr>
        <p:spPr>
          <a:xfrm>
            <a:off x="6401641" y="2594394"/>
            <a:ext cx="4028097" cy="1077218"/>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dirty="0">
                <a:solidFill>
                  <a:srgbClr val="082D6E"/>
                </a:solidFill>
              </a:rPr>
              <a:t>Lorem ipsum dolor sit </a:t>
            </a:r>
            <a:r>
              <a:rPr lang="en-US" altLang="ko-KR" sz="1600" dirty="0" err="1">
                <a:solidFill>
                  <a:srgbClr val="082D6E"/>
                </a:solidFill>
              </a:rPr>
              <a:t>amet</a:t>
            </a:r>
            <a:endParaRPr lang="en-US" altLang="ko-KR" sz="1600" dirty="0">
              <a:solidFill>
                <a:srgbClr val="082D6E"/>
              </a:solidFill>
            </a:endParaRPr>
          </a:p>
          <a:p>
            <a:pPr marL="171450" indent="-171450">
              <a:buFont typeface="Wingdings" panose="05000000000000000000" pitchFamily="2" charset="2"/>
              <a:buChar char="§"/>
            </a:pP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adipiscing</a:t>
            </a:r>
            <a:r>
              <a:rPr lang="en-US" altLang="ko-KR" sz="1600" dirty="0">
                <a:solidFill>
                  <a:srgbClr val="082D6E"/>
                </a:solidFill>
              </a:rPr>
              <a:t> </a:t>
            </a:r>
            <a:r>
              <a:rPr lang="en-US" altLang="ko-KR" sz="1600" dirty="0" err="1">
                <a:solidFill>
                  <a:srgbClr val="082D6E"/>
                </a:solidFill>
              </a:rPr>
              <a:t>elit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Sed do </a:t>
            </a:r>
            <a:r>
              <a:rPr lang="en-US" altLang="ko-KR" sz="1600" dirty="0" err="1">
                <a:solidFill>
                  <a:srgbClr val="082D6E"/>
                </a:solidFill>
              </a:rPr>
              <a:t>eiusmod</a:t>
            </a:r>
            <a:r>
              <a:rPr lang="en-US" altLang="ko-KR" sz="1600" dirty="0">
                <a:solidFill>
                  <a:srgbClr val="082D6E"/>
                </a:solidFill>
              </a:rPr>
              <a:t> </a:t>
            </a:r>
            <a:r>
              <a:rPr lang="en-US" altLang="ko-KR" sz="1600" dirty="0" err="1">
                <a:solidFill>
                  <a:srgbClr val="082D6E"/>
                </a:solidFill>
              </a:rPr>
              <a:t>tempor</a:t>
            </a:r>
            <a:r>
              <a:rPr lang="en-US" altLang="ko-KR" sz="1600" dirty="0">
                <a:solidFill>
                  <a:srgbClr val="082D6E"/>
                </a:solidFill>
              </a:rPr>
              <a:t> </a:t>
            </a:r>
            <a:r>
              <a:rPr lang="en-US" altLang="ko-KR" sz="1600" dirty="0" err="1">
                <a:solidFill>
                  <a:srgbClr val="082D6E"/>
                </a:solidFill>
              </a:rPr>
              <a:t>incididunt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Ut </a:t>
            </a:r>
            <a:r>
              <a:rPr lang="en-US" altLang="ko-KR" sz="1600" dirty="0" err="1">
                <a:solidFill>
                  <a:srgbClr val="082D6E"/>
                </a:solidFill>
              </a:rPr>
              <a:t>labore</a:t>
            </a:r>
            <a:r>
              <a:rPr lang="en-US" altLang="ko-KR" sz="1600" dirty="0">
                <a:solidFill>
                  <a:srgbClr val="082D6E"/>
                </a:solidFill>
              </a:rPr>
              <a:t> et dolore magna </a:t>
            </a:r>
            <a:r>
              <a:rPr lang="en-US" altLang="ko-KR" sz="1600" dirty="0" err="1">
                <a:solidFill>
                  <a:srgbClr val="082D6E"/>
                </a:solidFill>
              </a:rPr>
              <a:t>aliqua</a:t>
            </a:r>
            <a:endParaRPr lang="en-US" altLang="ko-KR" sz="1600" dirty="0">
              <a:solidFill>
                <a:srgbClr val="082D6E"/>
              </a:solidFill>
            </a:endParaRPr>
          </a:p>
        </p:txBody>
      </p:sp>
      <p:sp>
        <p:nvSpPr>
          <p:cNvPr id="19" name="직사각형 18">
            <a:extLst>
              <a:ext uri="{FF2B5EF4-FFF2-40B4-BE49-F238E27FC236}">
                <a16:creationId xmlns:a16="http://schemas.microsoft.com/office/drawing/2014/main" id="{420504CC-6D1A-4E4A-80B3-D0DA1E69C012}"/>
              </a:ext>
            </a:extLst>
          </p:cNvPr>
          <p:cNvSpPr/>
          <p:nvPr/>
        </p:nvSpPr>
        <p:spPr>
          <a:xfrm>
            <a:off x="6401640" y="2068803"/>
            <a:ext cx="4028097" cy="461665"/>
          </a:xfrm>
          <a:prstGeom prst="rect">
            <a:avLst/>
          </a:prstGeom>
        </p:spPr>
        <p:txBody>
          <a:bodyPr wrap="square">
            <a:spAutoFit/>
          </a:bodyPr>
          <a:lstStyle/>
          <a:p>
            <a:r>
              <a:rPr lang="en-US" altLang="ko-KR" sz="2400" dirty="0">
                <a:solidFill>
                  <a:srgbClr val="082D6E"/>
                </a:solidFill>
                <a:latin typeface="+mj-lt"/>
              </a:rPr>
              <a:t>03. Lorem ipsum</a:t>
            </a:r>
            <a:endParaRPr lang="ko-KR" altLang="en-US" sz="2400" dirty="0">
              <a:solidFill>
                <a:srgbClr val="082D6E"/>
              </a:solidFill>
              <a:latin typeface="+mj-lt"/>
            </a:endParaRPr>
          </a:p>
        </p:txBody>
      </p:sp>
      <p:sp>
        <p:nvSpPr>
          <p:cNvPr id="20" name="TextBox 19">
            <a:extLst>
              <a:ext uri="{FF2B5EF4-FFF2-40B4-BE49-F238E27FC236}">
                <a16:creationId xmlns:a16="http://schemas.microsoft.com/office/drawing/2014/main" id="{5999A34E-D6D7-449D-86BF-558692F5BCA3}"/>
              </a:ext>
            </a:extLst>
          </p:cNvPr>
          <p:cNvSpPr txBox="1"/>
          <p:nvPr/>
        </p:nvSpPr>
        <p:spPr>
          <a:xfrm>
            <a:off x="1762264" y="4466375"/>
            <a:ext cx="4028097" cy="1077218"/>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dirty="0">
                <a:solidFill>
                  <a:srgbClr val="082D6E"/>
                </a:solidFill>
              </a:rPr>
              <a:t>Lorem ipsum dolor sit </a:t>
            </a:r>
            <a:r>
              <a:rPr lang="en-US" altLang="ko-KR" sz="1600" dirty="0" err="1">
                <a:solidFill>
                  <a:srgbClr val="082D6E"/>
                </a:solidFill>
              </a:rPr>
              <a:t>amet</a:t>
            </a:r>
            <a:endParaRPr lang="en-US" altLang="ko-KR" sz="1600" dirty="0">
              <a:solidFill>
                <a:srgbClr val="082D6E"/>
              </a:solidFill>
            </a:endParaRPr>
          </a:p>
          <a:p>
            <a:pPr marL="171450" indent="-171450">
              <a:buFont typeface="Wingdings" panose="05000000000000000000" pitchFamily="2" charset="2"/>
              <a:buChar char="§"/>
            </a:pP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adipiscing</a:t>
            </a:r>
            <a:r>
              <a:rPr lang="en-US" altLang="ko-KR" sz="1600" dirty="0">
                <a:solidFill>
                  <a:srgbClr val="082D6E"/>
                </a:solidFill>
              </a:rPr>
              <a:t> </a:t>
            </a:r>
            <a:r>
              <a:rPr lang="en-US" altLang="ko-KR" sz="1600" dirty="0" err="1">
                <a:solidFill>
                  <a:srgbClr val="082D6E"/>
                </a:solidFill>
              </a:rPr>
              <a:t>elit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Sed do </a:t>
            </a:r>
            <a:r>
              <a:rPr lang="en-US" altLang="ko-KR" sz="1600" dirty="0" err="1">
                <a:solidFill>
                  <a:srgbClr val="082D6E"/>
                </a:solidFill>
              </a:rPr>
              <a:t>eiusmod</a:t>
            </a:r>
            <a:r>
              <a:rPr lang="en-US" altLang="ko-KR" sz="1600" dirty="0">
                <a:solidFill>
                  <a:srgbClr val="082D6E"/>
                </a:solidFill>
              </a:rPr>
              <a:t> </a:t>
            </a:r>
            <a:r>
              <a:rPr lang="en-US" altLang="ko-KR" sz="1600" dirty="0" err="1">
                <a:solidFill>
                  <a:srgbClr val="082D6E"/>
                </a:solidFill>
              </a:rPr>
              <a:t>tempor</a:t>
            </a:r>
            <a:r>
              <a:rPr lang="en-US" altLang="ko-KR" sz="1600" dirty="0">
                <a:solidFill>
                  <a:srgbClr val="082D6E"/>
                </a:solidFill>
              </a:rPr>
              <a:t> </a:t>
            </a:r>
            <a:r>
              <a:rPr lang="en-US" altLang="ko-KR" sz="1600" dirty="0" err="1">
                <a:solidFill>
                  <a:srgbClr val="082D6E"/>
                </a:solidFill>
              </a:rPr>
              <a:t>incididunt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Ut </a:t>
            </a:r>
            <a:r>
              <a:rPr lang="en-US" altLang="ko-KR" sz="1600" dirty="0" err="1">
                <a:solidFill>
                  <a:srgbClr val="082D6E"/>
                </a:solidFill>
              </a:rPr>
              <a:t>labore</a:t>
            </a:r>
            <a:r>
              <a:rPr lang="en-US" altLang="ko-KR" sz="1600" dirty="0">
                <a:solidFill>
                  <a:srgbClr val="082D6E"/>
                </a:solidFill>
              </a:rPr>
              <a:t> et dolore magna </a:t>
            </a:r>
            <a:r>
              <a:rPr lang="en-US" altLang="ko-KR" sz="1600" dirty="0" err="1">
                <a:solidFill>
                  <a:srgbClr val="082D6E"/>
                </a:solidFill>
              </a:rPr>
              <a:t>aliqua</a:t>
            </a:r>
            <a:endParaRPr lang="en-US" altLang="ko-KR" sz="1600" dirty="0">
              <a:solidFill>
                <a:srgbClr val="082D6E"/>
              </a:solidFill>
            </a:endParaRPr>
          </a:p>
        </p:txBody>
      </p:sp>
      <p:sp>
        <p:nvSpPr>
          <p:cNvPr id="21" name="직사각형 20">
            <a:extLst>
              <a:ext uri="{FF2B5EF4-FFF2-40B4-BE49-F238E27FC236}">
                <a16:creationId xmlns:a16="http://schemas.microsoft.com/office/drawing/2014/main" id="{3E1BF7C2-6712-4A94-BE1C-F6912EB8A049}"/>
              </a:ext>
            </a:extLst>
          </p:cNvPr>
          <p:cNvSpPr/>
          <p:nvPr/>
        </p:nvSpPr>
        <p:spPr>
          <a:xfrm>
            <a:off x="1762263" y="3940784"/>
            <a:ext cx="4028097" cy="461665"/>
          </a:xfrm>
          <a:prstGeom prst="rect">
            <a:avLst/>
          </a:prstGeom>
        </p:spPr>
        <p:txBody>
          <a:bodyPr wrap="square">
            <a:spAutoFit/>
          </a:bodyPr>
          <a:lstStyle/>
          <a:p>
            <a:r>
              <a:rPr lang="en-US" altLang="ko-KR" sz="2400" dirty="0">
                <a:solidFill>
                  <a:srgbClr val="082D6E"/>
                </a:solidFill>
                <a:latin typeface="+mj-lt"/>
              </a:rPr>
              <a:t>02. Lorem ipsum</a:t>
            </a:r>
            <a:endParaRPr lang="ko-KR" altLang="en-US" sz="2400" dirty="0">
              <a:solidFill>
                <a:srgbClr val="082D6E"/>
              </a:solidFill>
              <a:latin typeface="+mj-lt"/>
            </a:endParaRPr>
          </a:p>
        </p:txBody>
      </p:sp>
      <p:sp>
        <p:nvSpPr>
          <p:cNvPr id="22" name="TextBox 21">
            <a:extLst>
              <a:ext uri="{FF2B5EF4-FFF2-40B4-BE49-F238E27FC236}">
                <a16:creationId xmlns:a16="http://schemas.microsoft.com/office/drawing/2014/main" id="{6A6BCBF4-DBAF-4013-AD20-1BDB9CFAC8B6}"/>
              </a:ext>
            </a:extLst>
          </p:cNvPr>
          <p:cNvSpPr txBox="1"/>
          <p:nvPr/>
        </p:nvSpPr>
        <p:spPr>
          <a:xfrm>
            <a:off x="6401641" y="4466375"/>
            <a:ext cx="4028097" cy="1077218"/>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dirty="0">
                <a:solidFill>
                  <a:srgbClr val="082D6E"/>
                </a:solidFill>
              </a:rPr>
              <a:t>Lorem ipsum dolor sit </a:t>
            </a:r>
            <a:r>
              <a:rPr lang="en-US" altLang="ko-KR" sz="1600" dirty="0" err="1">
                <a:solidFill>
                  <a:srgbClr val="082D6E"/>
                </a:solidFill>
              </a:rPr>
              <a:t>amet</a:t>
            </a:r>
            <a:endParaRPr lang="en-US" altLang="ko-KR" sz="1600" dirty="0">
              <a:solidFill>
                <a:srgbClr val="082D6E"/>
              </a:solidFill>
            </a:endParaRPr>
          </a:p>
          <a:p>
            <a:pPr marL="171450" indent="-171450">
              <a:buFont typeface="Wingdings" panose="05000000000000000000" pitchFamily="2" charset="2"/>
              <a:buChar char="§"/>
            </a:pP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adipiscing</a:t>
            </a:r>
            <a:r>
              <a:rPr lang="en-US" altLang="ko-KR" sz="1600" dirty="0">
                <a:solidFill>
                  <a:srgbClr val="082D6E"/>
                </a:solidFill>
              </a:rPr>
              <a:t> </a:t>
            </a:r>
            <a:r>
              <a:rPr lang="en-US" altLang="ko-KR" sz="1600" dirty="0" err="1">
                <a:solidFill>
                  <a:srgbClr val="082D6E"/>
                </a:solidFill>
              </a:rPr>
              <a:t>elit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Sed do </a:t>
            </a:r>
            <a:r>
              <a:rPr lang="en-US" altLang="ko-KR" sz="1600" dirty="0" err="1">
                <a:solidFill>
                  <a:srgbClr val="082D6E"/>
                </a:solidFill>
              </a:rPr>
              <a:t>eiusmod</a:t>
            </a:r>
            <a:r>
              <a:rPr lang="en-US" altLang="ko-KR" sz="1600" dirty="0">
                <a:solidFill>
                  <a:srgbClr val="082D6E"/>
                </a:solidFill>
              </a:rPr>
              <a:t> </a:t>
            </a:r>
            <a:r>
              <a:rPr lang="en-US" altLang="ko-KR" sz="1600" dirty="0" err="1">
                <a:solidFill>
                  <a:srgbClr val="082D6E"/>
                </a:solidFill>
              </a:rPr>
              <a:t>tempor</a:t>
            </a:r>
            <a:r>
              <a:rPr lang="en-US" altLang="ko-KR" sz="1600" dirty="0">
                <a:solidFill>
                  <a:srgbClr val="082D6E"/>
                </a:solidFill>
              </a:rPr>
              <a:t> </a:t>
            </a:r>
            <a:r>
              <a:rPr lang="en-US" altLang="ko-KR" sz="1600" dirty="0" err="1">
                <a:solidFill>
                  <a:srgbClr val="082D6E"/>
                </a:solidFill>
              </a:rPr>
              <a:t>incididunt</a:t>
            </a:r>
            <a:endParaRPr lang="en-US" altLang="ko-KR" sz="1600" dirty="0">
              <a:solidFill>
                <a:srgbClr val="082D6E"/>
              </a:solidFill>
            </a:endParaRPr>
          </a:p>
          <a:p>
            <a:pPr marL="171450" indent="-171450">
              <a:buFont typeface="Wingdings" panose="05000000000000000000" pitchFamily="2" charset="2"/>
              <a:buChar char="§"/>
            </a:pPr>
            <a:r>
              <a:rPr lang="en-US" altLang="ko-KR" sz="1600" dirty="0">
                <a:solidFill>
                  <a:srgbClr val="082D6E"/>
                </a:solidFill>
              </a:rPr>
              <a:t>Ut </a:t>
            </a:r>
            <a:r>
              <a:rPr lang="en-US" altLang="ko-KR" sz="1600" dirty="0" err="1">
                <a:solidFill>
                  <a:srgbClr val="082D6E"/>
                </a:solidFill>
              </a:rPr>
              <a:t>labore</a:t>
            </a:r>
            <a:r>
              <a:rPr lang="en-US" altLang="ko-KR" sz="1600" dirty="0">
                <a:solidFill>
                  <a:srgbClr val="082D6E"/>
                </a:solidFill>
              </a:rPr>
              <a:t> et dolore magna </a:t>
            </a:r>
            <a:r>
              <a:rPr lang="en-US" altLang="ko-KR" sz="1600" dirty="0" err="1">
                <a:solidFill>
                  <a:srgbClr val="082D6E"/>
                </a:solidFill>
              </a:rPr>
              <a:t>aliqua</a:t>
            </a:r>
            <a:endParaRPr lang="en-US" altLang="ko-KR" sz="1600" dirty="0">
              <a:solidFill>
                <a:srgbClr val="082D6E"/>
              </a:solidFill>
            </a:endParaRPr>
          </a:p>
        </p:txBody>
      </p:sp>
      <p:sp>
        <p:nvSpPr>
          <p:cNvPr id="23" name="직사각형 22">
            <a:extLst>
              <a:ext uri="{FF2B5EF4-FFF2-40B4-BE49-F238E27FC236}">
                <a16:creationId xmlns:a16="http://schemas.microsoft.com/office/drawing/2014/main" id="{7B839CAC-9307-495A-A324-05B864440798}"/>
              </a:ext>
            </a:extLst>
          </p:cNvPr>
          <p:cNvSpPr/>
          <p:nvPr/>
        </p:nvSpPr>
        <p:spPr>
          <a:xfrm>
            <a:off x="6401640" y="3940784"/>
            <a:ext cx="4028097" cy="461665"/>
          </a:xfrm>
          <a:prstGeom prst="rect">
            <a:avLst/>
          </a:prstGeom>
        </p:spPr>
        <p:txBody>
          <a:bodyPr wrap="square">
            <a:spAutoFit/>
          </a:bodyPr>
          <a:lstStyle/>
          <a:p>
            <a:r>
              <a:rPr lang="en-US" altLang="ko-KR" sz="2400" dirty="0">
                <a:solidFill>
                  <a:srgbClr val="082D6E"/>
                </a:solidFill>
                <a:latin typeface="+mj-lt"/>
              </a:rPr>
              <a:t>04. Lorem ipsum</a:t>
            </a:r>
            <a:endParaRPr lang="ko-KR" altLang="en-US" sz="2400" dirty="0">
              <a:solidFill>
                <a:srgbClr val="082D6E"/>
              </a:solidFill>
              <a:latin typeface="+mj-lt"/>
            </a:endParaRPr>
          </a:p>
        </p:txBody>
      </p:sp>
    </p:spTree>
    <p:extLst>
      <p:ext uri="{BB962C8B-B14F-4D97-AF65-F5344CB8AC3E}">
        <p14:creationId xmlns:p14="http://schemas.microsoft.com/office/powerpoint/2010/main" val="1309280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a:extLst>
              <a:ext uri="{FF2B5EF4-FFF2-40B4-BE49-F238E27FC236}">
                <a16:creationId xmlns:a16="http://schemas.microsoft.com/office/drawing/2014/main" id="{BF91896D-2C0F-42FF-A5AA-65E48B9C86A8}"/>
              </a:ext>
            </a:extLst>
          </p:cNvPr>
          <p:cNvSpPr txBox="1"/>
          <p:nvPr/>
        </p:nvSpPr>
        <p:spPr>
          <a:xfrm>
            <a:off x="2718736" y="1215976"/>
            <a:ext cx="6754528" cy="584775"/>
          </a:xfrm>
          <a:prstGeom prst="rect">
            <a:avLst/>
          </a:prstGeom>
          <a:noFill/>
          <a:ln>
            <a:noFill/>
          </a:ln>
        </p:spPr>
        <p:txBody>
          <a:bodyPr wrap="square" rtlCol="0">
            <a:spAutoFit/>
          </a:bodyPr>
          <a:lstStyle/>
          <a:p>
            <a:pPr algn="ctr"/>
            <a:r>
              <a:rPr lang="en-US" altLang="ko-KR" sz="3200" dirty="0">
                <a:solidFill>
                  <a:srgbClr val="082D6E"/>
                </a:solidFill>
                <a:latin typeface="+mj-lt"/>
                <a:cs typeface="Arial" panose="020B0604020202020204" pitchFamily="34" charset="0"/>
              </a:rPr>
              <a:t>Agenda</a:t>
            </a:r>
            <a:endParaRPr lang="ko-KR" altLang="en-US" sz="3200" dirty="0">
              <a:solidFill>
                <a:srgbClr val="082D6E"/>
              </a:solidFill>
              <a:latin typeface="+mj-lt"/>
              <a:cs typeface="Arial" panose="020B0604020202020204" pitchFamily="34" charset="0"/>
            </a:endParaRPr>
          </a:p>
        </p:txBody>
      </p:sp>
      <p:sp>
        <p:nvSpPr>
          <p:cNvPr id="84" name="타원 83">
            <a:extLst>
              <a:ext uri="{FF2B5EF4-FFF2-40B4-BE49-F238E27FC236}">
                <a16:creationId xmlns:a16="http://schemas.microsoft.com/office/drawing/2014/main" id="{39F3D336-EA3A-48B2-A399-CF1DB9C9E70B}"/>
              </a:ext>
            </a:extLst>
          </p:cNvPr>
          <p:cNvSpPr/>
          <p:nvPr/>
        </p:nvSpPr>
        <p:spPr>
          <a:xfrm>
            <a:off x="5466173" y="2767991"/>
            <a:ext cx="1259658" cy="1259656"/>
          </a:xfrm>
          <a:prstGeom prst="ellipse">
            <a:avLst/>
          </a:prstGeom>
          <a:solidFill>
            <a:srgbClr val="FFE95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rgbClr val="082D6E"/>
              </a:solidFill>
              <a:latin typeface="+mj-lt"/>
            </a:endParaRPr>
          </a:p>
        </p:txBody>
      </p:sp>
      <p:sp>
        <p:nvSpPr>
          <p:cNvPr id="85" name="직사각형 84">
            <a:extLst>
              <a:ext uri="{FF2B5EF4-FFF2-40B4-BE49-F238E27FC236}">
                <a16:creationId xmlns:a16="http://schemas.microsoft.com/office/drawing/2014/main" id="{699C0D3D-545E-447D-A0FE-CDB239204779}"/>
              </a:ext>
            </a:extLst>
          </p:cNvPr>
          <p:cNvSpPr/>
          <p:nvPr/>
        </p:nvSpPr>
        <p:spPr>
          <a:xfrm>
            <a:off x="4586200" y="4421432"/>
            <a:ext cx="3019600" cy="830997"/>
          </a:xfrm>
          <a:prstGeom prst="rect">
            <a:avLst/>
          </a:prstGeom>
          <a:noFill/>
          <a:ln>
            <a:noFill/>
          </a:ln>
        </p:spPr>
        <p:txBody>
          <a:bodyPr wrap="square" rtlCol="0">
            <a:spAutoFit/>
          </a:bodyPr>
          <a:lstStyle/>
          <a:p>
            <a:pPr algn="ctr"/>
            <a:r>
              <a:rPr lang="en-US" altLang="ko-KR" sz="2400" dirty="0" err="1">
                <a:solidFill>
                  <a:srgbClr val="082D6E"/>
                </a:solidFill>
              </a:rPr>
              <a:t>Consectetur</a:t>
            </a:r>
            <a:r>
              <a:rPr lang="en-US" altLang="ko-KR" sz="2400" dirty="0">
                <a:solidFill>
                  <a:srgbClr val="082D6E"/>
                </a:solidFill>
              </a:rPr>
              <a:t> </a:t>
            </a:r>
            <a:r>
              <a:rPr lang="en-US" altLang="ko-KR" sz="2400" dirty="0" err="1">
                <a:solidFill>
                  <a:srgbClr val="082D6E"/>
                </a:solidFill>
              </a:rPr>
              <a:t>adipiscing</a:t>
            </a:r>
            <a:r>
              <a:rPr lang="en-US" altLang="ko-KR" sz="2400" dirty="0">
                <a:solidFill>
                  <a:srgbClr val="082D6E"/>
                </a:solidFill>
              </a:rPr>
              <a:t> </a:t>
            </a:r>
            <a:r>
              <a:rPr lang="en-US" altLang="ko-KR" sz="2400" dirty="0" err="1">
                <a:solidFill>
                  <a:srgbClr val="082D6E"/>
                </a:solidFill>
              </a:rPr>
              <a:t>elit</a:t>
            </a:r>
            <a:endParaRPr lang="en-US" altLang="ko-KR" sz="2400" dirty="0">
              <a:solidFill>
                <a:srgbClr val="082D6E"/>
              </a:solidFill>
            </a:endParaRPr>
          </a:p>
        </p:txBody>
      </p:sp>
      <p:sp>
        <p:nvSpPr>
          <p:cNvPr id="86" name="타원 85">
            <a:extLst>
              <a:ext uri="{FF2B5EF4-FFF2-40B4-BE49-F238E27FC236}">
                <a16:creationId xmlns:a16="http://schemas.microsoft.com/office/drawing/2014/main" id="{678D3C38-F975-4189-9896-B5C498C3BE86}"/>
              </a:ext>
            </a:extLst>
          </p:cNvPr>
          <p:cNvSpPr/>
          <p:nvPr/>
        </p:nvSpPr>
        <p:spPr>
          <a:xfrm>
            <a:off x="2321743" y="2767991"/>
            <a:ext cx="1259658" cy="1259656"/>
          </a:xfrm>
          <a:prstGeom prst="ellipse">
            <a:avLst/>
          </a:prstGeom>
          <a:solidFill>
            <a:srgbClr val="FFE95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rgbClr val="082D6E"/>
              </a:solidFill>
              <a:latin typeface="+mj-lt"/>
            </a:endParaRPr>
          </a:p>
        </p:txBody>
      </p:sp>
      <p:sp>
        <p:nvSpPr>
          <p:cNvPr id="87" name="직사각형 86">
            <a:extLst>
              <a:ext uri="{FF2B5EF4-FFF2-40B4-BE49-F238E27FC236}">
                <a16:creationId xmlns:a16="http://schemas.microsoft.com/office/drawing/2014/main" id="{61A483B2-E29C-4E4C-904A-5A3919C7FD51}"/>
              </a:ext>
            </a:extLst>
          </p:cNvPr>
          <p:cNvSpPr/>
          <p:nvPr/>
        </p:nvSpPr>
        <p:spPr>
          <a:xfrm>
            <a:off x="1441771" y="4421432"/>
            <a:ext cx="3019600" cy="830997"/>
          </a:xfrm>
          <a:prstGeom prst="rect">
            <a:avLst/>
          </a:prstGeom>
          <a:noFill/>
          <a:ln>
            <a:noFill/>
          </a:ln>
        </p:spPr>
        <p:txBody>
          <a:bodyPr wrap="square" rtlCol="0">
            <a:spAutoFit/>
          </a:bodyPr>
          <a:lstStyle/>
          <a:p>
            <a:pPr algn="ctr"/>
            <a:r>
              <a:rPr lang="en-US" altLang="ko-KR" sz="2400" dirty="0">
                <a:solidFill>
                  <a:srgbClr val="082D6E"/>
                </a:solidFill>
              </a:rPr>
              <a:t>Lorem ipsum dolor sit </a:t>
            </a:r>
            <a:r>
              <a:rPr lang="en-US" altLang="ko-KR" sz="2400" dirty="0" err="1">
                <a:solidFill>
                  <a:srgbClr val="082D6E"/>
                </a:solidFill>
              </a:rPr>
              <a:t>amet</a:t>
            </a:r>
            <a:endParaRPr lang="en-US" altLang="ko-KR" sz="2400" dirty="0">
              <a:solidFill>
                <a:srgbClr val="082D6E"/>
              </a:solidFill>
            </a:endParaRPr>
          </a:p>
        </p:txBody>
      </p:sp>
      <p:sp>
        <p:nvSpPr>
          <p:cNvPr id="88" name="타원 87">
            <a:extLst>
              <a:ext uri="{FF2B5EF4-FFF2-40B4-BE49-F238E27FC236}">
                <a16:creationId xmlns:a16="http://schemas.microsoft.com/office/drawing/2014/main" id="{9C9CCB20-5F44-4ED2-A29C-854BCD5A3C84}"/>
              </a:ext>
            </a:extLst>
          </p:cNvPr>
          <p:cNvSpPr/>
          <p:nvPr/>
        </p:nvSpPr>
        <p:spPr>
          <a:xfrm>
            <a:off x="8654162" y="2767991"/>
            <a:ext cx="1259658" cy="1259656"/>
          </a:xfrm>
          <a:prstGeom prst="ellipse">
            <a:avLst/>
          </a:prstGeom>
          <a:solidFill>
            <a:srgbClr val="FFE95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rgbClr val="082D6E"/>
              </a:solidFill>
              <a:latin typeface="+mj-lt"/>
            </a:endParaRPr>
          </a:p>
        </p:txBody>
      </p:sp>
      <p:sp>
        <p:nvSpPr>
          <p:cNvPr id="89" name="직사각형 88">
            <a:extLst>
              <a:ext uri="{FF2B5EF4-FFF2-40B4-BE49-F238E27FC236}">
                <a16:creationId xmlns:a16="http://schemas.microsoft.com/office/drawing/2014/main" id="{8DF646D1-2E96-4EA6-90BC-D8AC0D14B2E7}"/>
              </a:ext>
            </a:extLst>
          </p:cNvPr>
          <p:cNvSpPr/>
          <p:nvPr/>
        </p:nvSpPr>
        <p:spPr>
          <a:xfrm>
            <a:off x="7735486" y="4421432"/>
            <a:ext cx="3019600" cy="830997"/>
          </a:xfrm>
          <a:prstGeom prst="rect">
            <a:avLst/>
          </a:prstGeom>
          <a:noFill/>
          <a:ln>
            <a:noFill/>
          </a:ln>
        </p:spPr>
        <p:txBody>
          <a:bodyPr wrap="square" rtlCol="0">
            <a:spAutoFit/>
          </a:bodyPr>
          <a:lstStyle/>
          <a:p>
            <a:pPr algn="ctr"/>
            <a:r>
              <a:rPr lang="en-US" altLang="ko-KR" sz="2400" dirty="0">
                <a:solidFill>
                  <a:srgbClr val="082D6E"/>
                </a:solidFill>
              </a:rPr>
              <a:t>Sed do </a:t>
            </a:r>
            <a:r>
              <a:rPr lang="en-US" altLang="ko-KR" sz="2400" dirty="0" err="1">
                <a:solidFill>
                  <a:srgbClr val="082D6E"/>
                </a:solidFill>
              </a:rPr>
              <a:t>eiusmod</a:t>
            </a:r>
            <a:r>
              <a:rPr lang="en-US" altLang="ko-KR" sz="2400" dirty="0">
                <a:solidFill>
                  <a:srgbClr val="082D6E"/>
                </a:solidFill>
              </a:rPr>
              <a:t> </a:t>
            </a:r>
            <a:r>
              <a:rPr lang="en-US" altLang="ko-KR" sz="2400" dirty="0" err="1">
                <a:solidFill>
                  <a:srgbClr val="082D6E"/>
                </a:solidFill>
              </a:rPr>
              <a:t>tempor</a:t>
            </a:r>
            <a:endParaRPr lang="en-US" altLang="ko-KR" sz="2400" dirty="0">
              <a:solidFill>
                <a:srgbClr val="082D6E"/>
              </a:solidFill>
            </a:endParaRPr>
          </a:p>
        </p:txBody>
      </p:sp>
      <p:pic>
        <p:nvPicPr>
          <p:cNvPr id="13" name="그림 12">
            <a:extLst>
              <a:ext uri="{FF2B5EF4-FFF2-40B4-BE49-F238E27FC236}">
                <a16:creationId xmlns:a16="http://schemas.microsoft.com/office/drawing/2014/main" id="{4D47B7A5-96DB-429D-997E-8AA7DBABE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060" y="2961307"/>
            <a:ext cx="873025" cy="873025"/>
          </a:xfrm>
          <a:prstGeom prst="rect">
            <a:avLst/>
          </a:prstGeom>
        </p:spPr>
      </p:pic>
      <p:pic>
        <p:nvPicPr>
          <p:cNvPr id="14" name="그림 13">
            <a:extLst>
              <a:ext uri="{FF2B5EF4-FFF2-40B4-BE49-F238E27FC236}">
                <a16:creationId xmlns:a16="http://schemas.microsoft.com/office/drawing/2014/main" id="{D9BC01CF-428B-49E2-8648-6A84C024F3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7479" y="2961307"/>
            <a:ext cx="873025" cy="873025"/>
          </a:xfrm>
          <a:prstGeom prst="rect">
            <a:avLst/>
          </a:prstGeom>
        </p:spPr>
      </p:pic>
      <p:pic>
        <p:nvPicPr>
          <p:cNvPr id="15" name="그림 14">
            <a:extLst>
              <a:ext uri="{FF2B5EF4-FFF2-40B4-BE49-F238E27FC236}">
                <a16:creationId xmlns:a16="http://schemas.microsoft.com/office/drawing/2014/main" id="{02BE028E-46B5-48D6-A53C-D73041E3A2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9490" y="2961307"/>
            <a:ext cx="873025" cy="873025"/>
          </a:xfrm>
          <a:prstGeom prst="rect">
            <a:avLst/>
          </a:prstGeom>
        </p:spPr>
      </p:pic>
    </p:spTree>
    <p:extLst>
      <p:ext uri="{BB962C8B-B14F-4D97-AF65-F5344CB8AC3E}">
        <p14:creationId xmlns:p14="http://schemas.microsoft.com/office/powerpoint/2010/main" val="3488452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7AA2103-48D6-4114-B4B1-5587EA9D1256}"/>
              </a:ext>
            </a:extLst>
          </p:cNvPr>
          <p:cNvSpPr/>
          <p:nvPr/>
        </p:nvSpPr>
        <p:spPr>
          <a:xfrm>
            <a:off x="3048000" y="2551837"/>
            <a:ext cx="6096000" cy="1754326"/>
          </a:xfrm>
          <a:prstGeom prst="rect">
            <a:avLst/>
          </a:prstGeom>
        </p:spPr>
        <p:txBody>
          <a:bodyPr anchor="ctr" anchorCtr="0">
            <a:spAutoFit/>
          </a:bodyPr>
          <a:lstStyle/>
          <a:p>
            <a:pPr algn="ctr"/>
            <a:r>
              <a:rPr lang="en-US" altLang="ko-KR" sz="5400" dirty="0">
                <a:solidFill>
                  <a:srgbClr val="082D6E"/>
                </a:solidFill>
                <a:latin typeface="+mj-lt"/>
              </a:rPr>
              <a:t>Section Break</a:t>
            </a:r>
          </a:p>
          <a:p>
            <a:pPr algn="ctr"/>
            <a:r>
              <a:rPr lang="en-US" altLang="ko-KR" sz="5400" dirty="0">
                <a:solidFill>
                  <a:srgbClr val="082D6E"/>
                </a:solidFill>
                <a:latin typeface="+mj-lt"/>
              </a:rPr>
              <a:t>Slide Title</a:t>
            </a:r>
            <a:endParaRPr lang="ko-KR" altLang="en-US" sz="5400" dirty="0">
              <a:solidFill>
                <a:srgbClr val="082D6E"/>
              </a:solidFill>
              <a:latin typeface="+mj-lt"/>
            </a:endParaRPr>
          </a:p>
        </p:txBody>
      </p:sp>
    </p:spTree>
    <p:extLst>
      <p:ext uri="{BB962C8B-B14F-4D97-AF65-F5344CB8AC3E}">
        <p14:creationId xmlns:p14="http://schemas.microsoft.com/office/powerpoint/2010/main" val="2579569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7A27DD9E-081F-44EB-8EA5-46567ED0DFF6}"/>
              </a:ext>
            </a:extLst>
          </p:cNvPr>
          <p:cNvSpPr txBox="1"/>
          <p:nvPr/>
        </p:nvSpPr>
        <p:spPr>
          <a:xfrm>
            <a:off x="1227665" y="1722488"/>
            <a:ext cx="8788400" cy="646331"/>
          </a:xfrm>
          <a:prstGeom prst="rect">
            <a:avLst/>
          </a:prstGeom>
          <a:noFill/>
        </p:spPr>
        <p:txBody>
          <a:bodyPr wrap="square" rtlCol="0">
            <a:spAutoFit/>
          </a:bodyPr>
          <a:lstStyle/>
          <a:p>
            <a:r>
              <a:rPr lang="en-US" altLang="ko-KR" sz="3600" dirty="0">
                <a:solidFill>
                  <a:srgbClr val="082D6E"/>
                </a:solidFill>
                <a:latin typeface="+mj-lt"/>
                <a:cs typeface="Arial" panose="020B0604020202020204" pitchFamily="34" charset="0"/>
              </a:rPr>
              <a:t>Section break slide title</a:t>
            </a:r>
            <a:endParaRPr lang="ko-KR" altLang="en-US" sz="3600" dirty="0">
              <a:solidFill>
                <a:srgbClr val="082D6E"/>
              </a:solidFill>
              <a:latin typeface="+mj-lt"/>
              <a:cs typeface="Arial" panose="020B0604020202020204" pitchFamily="34" charset="0"/>
            </a:endParaRPr>
          </a:p>
        </p:txBody>
      </p:sp>
      <p:sp>
        <p:nvSpPr>
          <p:cNvPr id="41" name="TextBox 40">
            <a:extLst>
              <a:ext uri="{FF2B5EF4-FFF2-40B4-BE49-F238E27FC236}">
                <a16:creationId xmlns:a16="http://schemas.microsoft.com/office/drawing/2014/main" id="{BE55E95F-1813-44CE-9036-FE7B7BA53D05}"/>
              </a:ext>
            </a:extLst>
          </p:cNvPr>
          <p:cNvSpPr txBox="1"/>
          <p:nvPr/>
        </p:nvSpPr>
        <p:spPr>
          <a:xfrm>
            <a:off x="1227666" y="4181405"/>
            <a:ext cx="2243665" cy="954107"/>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l">
              <a:lnSpc>
                <a:spcPct val="100000"/>
              </a:lnSpc>
            </a:pP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42" name="직사각형 41">
            <a:extLst>
              <a:ext uri="{FF2B5EF4-FFF2-40B4-BE49-F238E27FC236}">
                <a16:creationId xmlns:a16="http://schemas.microsoft.com/office/drawing/2014/main" id="{FD0BC57B-9C47-4306-BF87-A95321F6E89D}"/>
              </a:ext>
            </a:extLst>
          </p:cNvPr>
          <p:cNvSpPr/>
          <p:nvPr/>
        </p:nvSpPr>
        <p:spPr>
          <a:xfrm>
            <a:off x="1227665" y="3782704"/>
            <a:ext cx="2243665" cy="461665"/>
          </a:xfrm>
          <a:prstGeom prst="rect">
            <a:avLst/>
          </a:prstGeom>
          <a:noFill/>
        </p:spPr>
        <p:txBody>
          <a:bodyPr wrap="square" rtlCol="0">
            <a:spAutoFit/>
          </a:bodyPr>
          <a:lstStyle/>
          <a:p>
            <a:r>
              <a:rPr lang="en-US" altLang="ko-KR" sz="2400" dirty="0">
                <a:solidFill>
                  <a:srgbClr val="082D6E"/>
                </a:solidFill>
                <a:latin typeface="+mj-lt"/>
              </a:rPr>
              <a:t>Lorem ipsum</a:t>
            </a:r>
          </a:p>
        </p:txBody>
      </p:sp>
      <p:sp>
        <p:nvSpPr>
          <p:cNvPr id="43" name="직사각형 42">
            <a:extLst>
              <a:ext uri="{FF2B5EF4-FFF2-40B4-BE49-F238E27FC236}">
                <a16:creationId xmlns:a16="http://schemas.microsoft.com/office/drawing/2014/main" id="{E072A1AD-0780-41E9-BDFE-B1B6C379979E}"/>
              </a:ext>
            </a:extLst>
          </p:cNvPr>
          <p:cNvSpPr/>
          <p:nvPr/>
        </p:nvSpPr>
        <p:spPr>
          <a:xfrm>
            <a:off x="1227665" y="3246756"/>
            <a:ext cx="2243665" cy="523220"/>
          </a:xfrm>
          <a:prstGeom prst="rect">
            <a:avLst/>
          </a:prstGeom>
          <a:noFill/>
        </p:spPr>
        <p:txBody>
          <a:bodyPr wrap="square" rtlCol="0">
            <a:spAutoFit/>
          </a:bodyPr>
          <a:lstStyle/>
          <a:p>
            <a:r>
              <a:rPr lang="en-US" altLang="ko-KR" sz="2800" dirty="0">
                <a:solidFill>
                  <a:srgbClr val="082D6E"/>
                </a:solidFill>
                <a:latin typeface="+mj-lt"/>
              </a:rPr>
              <a:t>01.</a:t>
            </a:r>
          </a:p>
        </p:txBody>
      </p:sp>
      <p:sp>
        <p:nvSpPr>
          <p:cNvPr id="44" name="TextBox 43">
            <a:extLst>
              <a:ext uri="{FF2B5EF4-FFF2-40B4-BE49-F238E27FC236}">
                <a16:creationId xmlns:a16="http://schemas.microsoft.com/office/drawing/2014/main" id="{DB1F7A47-6488-4062-A013-10775830C204}"/>
              </a:ext>
            </a:extLst>
          </p:cNvPr>
          <p:cNvSpPr txBox="1"/>
          <p:nvPr/>
        </p:nvSpPr>
        <p:spPr>
          <a:xfrm>
            <a:off x="3725334" y="4181405"/>
            <a:ext cx="2243665" cy="954107"/>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l">
              <a:lnSpc>
                <a:spcPct val="100000"/>
              </a:lnSpc>
            </a:pP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45" name="직사각형 44">
            <a:extLst>
              <a:ext uri="{FF2B5EF4-FFF2-40B4-BE49-F238E27FC236}">
                <a16:creationId xmlns:a16="http://schemas.microsoft.com/office/drawing/2014/main" id="{209E0510-A02C-4D0E-8479-D453018E27C7}"/>
              </a:ext>
            </a:extLst>
          </p:cNvPr>
          <p:cNvSpPr/>
          <p:nvPr/>
        </p:nvSpPr>
        <p:spPr>
          <a:xfrm>
            <a:off x="3725333" y="3782704"/>
            <a:ext cx="2243665" cy="461665"/>
          </a:xfrm>
          <a:prstGeom prst="rect">
            <a:avLst/>
          </a:prstGeom>
          <a:noFill/>
        </p:spPr>
        <p:txBody>
          <a:bodyPr wrap="square" rtlCol="0">
            <a:spAutoFit/>
          </a:bodyPr>
          <a:lstStyle/>
          <a:p>
            <a:r>
              <a:rPr lang="en-US" altLang="ko-KR" sz="2400" dirty="0">
                <a:solidFill>
                  <a:srgbClr val="082D6E"/>
                </a:solidFill>
                <a:latin typeface="+mj-lt"/>
              </a:rPr>
              <a:t>Lorem ipsum</a:t>
            </a:r>
          </a:p>
        </p:txBody>
      </p:sp>
      <p:sp>
        <p:nvSpPr>
          <p:cNvPr id="46" name="직사각형 45">
            <a:extLst>
              <a:ext uri="{FF2B5EF4-FFF2-40B4-BE49-F238E27FC236}">
                <a16:creationId xmlns:a16="http://schemas.microsoft.com/office/drawing/2014/main" id="{1CE2ECE9-93DE-43C2-9D8A-332DB2F36288}"/>
              </a:ext>
            </a:extLst>
          </p:cNvPr>
          <p:cNvSpPr/>
          <p:nvPr/>
        </p:nvSpPr>
        <p:spPr>
          <a:xfrm>
            <a:off x="3725333" y="3246756"/>
            <a:ext cx="2243665" cy="523220"/>
          </a:xfrm>
          <a:prstGeom prst="rect">
            <a:avLst/>
          </a:prstGeom>
          <a:noFill/>
        </p:spPr>
        <p:txBody>
          <a:bodyPr wrap="square" rtlCol="0">
            <a:spAutoFit/>
          </a:bodyPr>
          <a:lstStyle/>
          <a:p>
            <a:r>
              <a:rPr lang="en-US" altLang="ko-KR" sz="2800" dirty="0">
                <a:solidFill>
                  <a:srgbClr val="082D6E"/>
                </a:solidFill>
                <a:latin typeface="+mj-lt"/>
              </a:rPr>
              <a:t>02.</a:t>
            </a:r>
          </a:p>
        </p:txBody>
      </p:sp>
      <p:sp>
        <p:nvSpPr>
          <p:cNvPr id="47" name="TextBox 46">
            <a:extLst>
              <a:ext uri="{FF2B5EF4-FFF2-40B4-BE49-F238E27FC236}">
                <a16:creationId xmlns:a16="http://schemas.microsoft.com/office/drawing/2014/main" id="{72DDAD4E-7A91-4D08-978C-6558DC4EC8C7}"/>
              </a:ext>
            </a:extLst>
          </p:cNvPr>
          <p:cNvSpPr txBox="1"/>
          <p:nvPr/>
        </p:nvSpPr>
        <p:spPr>
          <a:xfrm>
            <a:off x="6223002" y="4181405"/>
            <a:ext cx="2243665" cy="954107"/>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l">
              <a:lnSpc>
                <a:spcPct val="100000"/>
              </a:lnSpc>
            </a:pP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48" name="직사각형 47">
            <a:extLst>
              <a:ext uri="{FF2B5EF4-FFF2-40B4-BE49-F238E27FC236}">
                <a16:creationId xmlns:a16="http://schemas.microsoft.com/office/drawing/2014/main" id="{2A000BC3-387F-44BE-B25B-2C4927DA22A7}"/>
              </a:ext>
            </a:extLst>
          </p:cNvPr>
          <p:cNvSpPr/>
          <p:nvPr/>
        </p:nvSpPr>
        <p:spPr>
          <a:xfrm>
            <a:off x="6223001" y="3782704"/>
            <a:ext cx="2243665" cy="461665"/>
          </a:xfrm>
          <a:prstGeom prst="rect">
            <a:avLst/>
          </a:prstGeom>
          <a:noFill/>
        </p:spPr>
        <p:txBody>
          <a:bodyPr wrap="square" rtlCol="0">
            <a:spAutoFit/>
          </a:bodyPr>
          <a:lstStyle/>
          <a:p>
            <a:r>
              <a:rPr lang="en-US" altLang="ko-KR" sz="2400" dirty="0">
                <a:solidFill>
                  <a:srgbClr val="082D6E"/>
                </a:solidFill>
                <a:latin typeface="+mj-lt"/>
              </a:rPr>
              <a:t>Lorem ipsum</a:t>
            </a:r>
          </a:p>
        </p:txBody>
      </p:sp>
      <p:sp>
        <p:nvSpPr>
          <p:cNvPr id="49" name="직사각형 48">
            <a:extLst>
              <a:ext uri="{FF2B5EF4-FFF2-40B4-BE49-F238E27FC236}">
                <a16:creationId xmlns:a16="http://schemas.microsoft.com/office/drawing/2014/main" id="{5A7E0CAC-83CC-463A-A816-ED7A02B79C75}"/>
              </a:ext>
            </a:extLst>
          </p:cNvPr>
          <p:cNvSpPr/>
          <p:nvPr/>
        </p:nvSpPr>
        <p:spPr>
          <a:xfrm>
            <a:off x="6223001" y="3246756"/>
            <a:ext cx="2243665" cy="523220"/>
          </a:xfrm>
          <a:prstGeom prst="rect">
            <a:avLst/>
          </a:prstGeom>
          <a:noFill/>
        </p:spPr>
        <p:txBody>
          <a:bodyPr wrap="square" rtlCol="0">
            <a:spAutoFit/>
          </a:bodyPr>
          <a:lstStyle/>
          <a:p>
            <a:r>
              <a:rPr lang="en-US" altLang="ko-KR" sz="2800" dirty="0">
                <a:solidFill>
                  <a:srgbClr val="082D6E"/>
                </a:solidFill>
                <a:latin typeface="+mj-lt"/>
              </a:rPr>
              <a:t>03.</a:t>
            </a:r>
          </a:p>
        </p:txBody>
      </p:sp>
      <p:sp>
        <p:nvSpPr>
          <p:cNvPr id="50" name="TextBox 49">
            <a:extLst>
              <a:ext uri="{FF2B5EF4-FFF2-40B4-BE49-F238E27FC236}">
                <a16:creationId xmlns:a16="http://schemas.microsoft.com/office/drawing/2014/main" id="{57A7C1C2-59F2-4D12-BAD2-FDFAEE4BDBC6}"/>
              </a:ext>
            </a:extLst>
          </p:cNvPr>
          <p:cNvSpPr txBox="1"/>
          <p:nvPr/>
        </p:nvSpPr>
        <p:spPr>
          <a:xfrm>
            <a:off x="8720670" y="4181405"/>
            <a:ext cx="2243665" cy="954107"/>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l">
              <a:lnSpc>
                <a:spcPct val="100000"/>
              </a:lnSpc>
            </a:pP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51" name="직사각형 50">
            <a:extLst>
              <a:ext uri="{FF2B5EF4-FFF2-40B4-BE49-F238E27FC236}">
                <a16:creationId xmlns:a16="http://schemas.microsoft.com/office/drawing/2014/main" id="{CEEF364C-00BC-47CC-B319-F916788B58BE}"/>
              </a:ext>
            </a:extLst>
          </p:cNvPr>
          <p:cNvSpPr/>
          <p:nvPr/>
        </p:nvSpPr>
        <p:spPr>
          <a:xfrm>
            <a:off x="8720669" y="3782704"/>
            <a:ext cx="2243665" cy="461665"/>
          </a:xfrm>
          <a:prstGeom prst="rect">
            <a:avLst/>
          </a:prstGeom>
          <a:noFill/>
        </p:spPr>
        <p:txBody>
          <a:bodyPr wrap="square" rtlCol="0">
            <a:spAutoFit/>
          </a:bodyPr>
          <a:lstStyle/>
          <a:p>
            <a:r>
              <a:rPr lang="en-US" altLang="ko-KR" sz="2400" dirty="0">
                <a:solidFill>
                  <a:srgbClr val="082D6E"/>
                </a:solidFill>
                <a:latin typeface="+mj-lt"/>
              </a:rPr>
              <a:t>Lorem ipsum</a:t>
            </a:r>
          </a:p>
        </p:txBody>
      </p:sp>
      <p:sp>
        <p:nvSpPr>
          <p:cNvPr id="52" name="직사각형 51">
            <a:extLst>
              <a:ext uri="{FF2B5EF4-FFF2-40B4-BE49-F238E27FC236}">
                <a16:creationId xmlns:a16="http://schemas.microsoft.com/office/drawing/2014/main" id="{E6CED1D6-8A82-43E2-BA40-B71A736BC968}"/>
              </a:ext>
            </a:extLst>
          </p:cNvPr>
          <p:cNvSpPr/>
          <p:nvPr/>
        </p:nvSpPr>
        <p:spPr>
          <a:xfrm>
            <a:off x="8720669" y="3246756"/>
            <a:ext cx="2243665" cy="523220"/>
          </a:xfrm>
          <a:prstGeom prst="rect">
            <a:avLst/>
          </a:prstGeom>
          <a:noFill/>
        </p:spPr>
        <p:txBody>
          <a:bodyPr wrap="square" rtlCol="0">
            <a:spAutoFit/>
          </a:bodyPr>
          <a:lstStyle/>
          <a:p>
            <a:r>
              <a:rPr lang="en-US" altLang="ko-KR" sz="2800" dirty="0">
                <a:solidFill>
                  <a:srgbClr val="082D6E"/>
                </a:solidFill>
                <a:latin typeface="+mj-lt"/>
              </a:rPr>
              <a:t>04.</a:t>
            </a:r>
          </a:p>
        </p:txBody>
      </p:sp>
    </p:spTree>
    <p:extLst>
      <p:ext uri="{BB962C8B-B14F-4D97-AF65-F5344CB8AC3E}">
        <p14:creationId xmlns:p14="http://schemas.microsoft.com/office/powerpoint/2010/main" val="3984909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래픽 10">
            <a:extLst>
              <a:ext uri="{FF2B5EF4-FFF2-40B4-BE49-F238E27FC236}">
                <a16:creationId xmlns:a16="http://schemas.microsoft.com/office/drawing/2014/main" id="{9337A462-D3C3-4E26-9C3C-5D112FA2CB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6073" y="2056072"/>
            <a:ext cx="349842" cy="253992"/>
          </a:xfrm>
          <a:prstGeom prst="rect">
            <a:avLst/>
          </a:prstGeom>
        </p:spPr>
      </p:pic>
      <p:sp>
        <p:nvSpPr>
          <p:cNvPr id="12" name="TextBox 11">
            <a:extLst>
              <a:ext uri="{FF2B5EF4-FFF2-40B4-BE49-F238E27FC236}">
                <a16:creationId xmlns:a16="http://schemas.microsoft.com/office/drawing/2014/main" id="{D42416D2-BD03-41D7-9B27-BB91CF6E83EA}"/>
              </a:ext>
            </a:extLst>
          </p:cNvPr>
          <p:cNvSpPr txBox="1"/>
          <p:nvPr/>
        </p:nvSpPr>
        <p:spPr>
          <a:xfrm>
            <a:off x="6276073" y="2593262"/>
            <a:ext cx="4537554" cy="1323439"/>
          </a:xfrm>
          <a:prstGeom prst="rect">
            <a:avLst/>
          </a:prstGeom>
          <a:noFill/>
        </p:spPr>
        <p:txBody>
          <a:bodyPr wrap="square" rtlCol="0">
            <a:spAutoFit/>
          </a:bodyPr>
          <a:lstStyle/>
          <a:p>
            <a:r>
              <a:rPr lang="en-US" altLang="ko-KR" sz="2000" dirty="0">
                <a:solidFill>
                  <a:srgbClr val="082D6E"/>
                </a:solidFill>
              </a:rPr>
              <a:t>Lorem ipsum dolor sit </a:t>
            </a:r>
            <a:r>
              <a:rPr lang="en-US" altLang="ko-KR" sz="2000" dirty="0" err="1">
                <a:solidFill>
                  <a:srgbClr val="082D6E"/>
                </a:solidFill>
              </a:rPr>
              <a:t>amet</a:t>
            </a:r>
            <a:r>
              <a:rPr lang="en-US" altLang="ko-KR" sz="2000" dirty="0">
                <a:solidFill>
                  <a:srgbClr val="082D6E"/>
                </a:solidFill>
              </a:rPr>
              <a:t>, </a:t>
            </a:r>
            <a:r>
              <a:rPr lang="en-US" altLang="ko-KR" sz="2000" dirty="0" err="1">
                <a:solidFill>
                  <a:srgbClr val="082D6E"/>
                </a:solidFill>
              </a:rPr>
              <a:t>consectetur</a:t>
            </a:r>
            <a:r>
              <a:rPr lang="en-US" altLang="ko-KR" sz="2000" dirty="0">
                <a:solidFill>
                  <a:srgbClr val="082D6E"/>
                </a:solidFill>
              </a:rPr>
              <a:t> </a:t>
            </a:r>
            <a:r>
              <a:rPr lang="en-US" altLang="ko-KR" sz="2000" dirty="0" err="1">
                <a:solidFill>
                  <a:srgbClr val="082D6E"/>
                </a:solidFill>
              </a:rPr>
              <a:t>adipiscing</a:t>
            </a:r>
            <a:r>
              <a:rPr lang="en-US" altLang="ko-KR" sz="2000" dirty="0">
                <a:solidFill>
                  <a:srgbClr val="082D6E"/>
                </a:solidFill>
              </a:rPr>
              <a:t> </a:t>
            </a:r>
            <a:r>
              <a:rPr lang="en-US" altLang="ko-KR" sz="2000" dirty="0" err="1">
                <a:solidFill>
                  <a:srgbClr val="082D6E"/>
                </a:solidFill>
              </a:rPr>
              <a:t>elit</a:t>
            </a:r>
            <a:r>
              <a:rPr lang="en-US" altLang="ko-KR" sz="2000" dirty="0">
                <a:solidFill>
                  <a:srgbClr val="082D6E"/>
                </a:solidFill>
              </a:rPr>
              <a:t>, sed do </a:t>
            </a:r>
            <a:r>
              <a:rPr lang="en-US" altLang="ko-KR" sz="2000" dirty="0" err="1">
                <a:solidFill>
                  <a:srgbClr val="082D6E"/>
                </a:solidFill>
              </a:rPr>
              <a:t>eiusmod</a:t>
            </a:r>
            <a:r>
              <a:rPr lang="en-US" altLang="ko-KR" sz="2000" dirty="0">
                <a:solidFill>
                  <a:srgbClr val="082D6E"/>
                </a:solidFill>
              </a:rPr>
              <a:t> </a:t>
            </a:r>
            <a:r>
              <a:rPr lang="en-US" altLang="ko-KR" sz="2000" dirty="0" err="1">
                <a:solidFill>
                  <a:srgbClr val="082D6E"/>
                </a:solidFill>
              </a:rPr>
              <a:t>tempor</a:t>
            </a:r>
            <a:r>
              <a:rPr lang="en-US" altLang="ko-KR" sz="2000" dirty="0">
                <a:solidFill>
                  <a:srgbClr val="082D6E"/>
                </a:solidFill>
              </a:rPr>
              <a:t> </a:t>
            </a:r>
            <a:r>
              <a:rPr lang="en-US" altLang="ko-KR" sz="2000" dirty="0" err="1">
                <a:solidFill>
                  <a:srgbClr val="082D6E"/>
                </a:solidFill>
              </a:rPr>
              <a:t>incididunt</a:t>
            </a:r>
            <a:r>
              <a:rPr lang="en-US" altLang="ko-KR" sz="2000" dirty="0">
                <a:solidFill>
                  <a:srgbClr val="082D6E"/>
                </a:solidFill>
              </a:rPr>
              <a:t> </a:t>
            </a:r>
            <a:r>
              <a:rPr lang="en-US" altLang="ko-KR" sz="2000" dirty="0" err="1">
                <a:solidFill>
                  <a:srgbClr val="082D6E"/>
                </a:solidFill>
              </a:rPr>
              <a:t>ut</a:t>
            </a:r>
            <a:r>
              <a:rPr lang="en-US" altLang="ko-KR" sz="2000" dirty="0">
                <a:solidFill>
                  <a:srgbClr val="082D6E"/>
                </a:solidFill>
              </a:rPr>
              <a:t> </a:t>
            </a:r>
            <a:r>
              <a:rPr lang="en-US" altLang="ko-KR" sz="2000" dirty="0" err="1">
                <a:solidFill>
                  <a:srgbClr val="082D6E"/>
                </a:solidFill>
              </a:rPr>
              <a:t>labore</a:t>
            </a:r>
            <a:r>
              <a:rPr lang="en-US" altLang="ko-KR" sz="2000" dirty="0">
                <a:solidFill>
                  <a:srgbClr val="082D6E"/>
                </a:solidFill>
              </a:rPr>
              <a:t> et dolore</a:t>
            </a:r>
          </a:p>
        </p:txBody>
      </p:sp>
      <p:sp>
        <p:nvSpPr>
          <p:cNvPr id="13" name="TextBox 12">
            <a:extLst>
              <a:ext uri="{FF2B5EF4-FFF2-40B4-BE49-F238E27FC236}">
                <a16:creationId xmlns:a16="http://schemas.microsoft.com/office/drawing/2014/main" id="{18738B19-EB27-4B7D-BC57-B461B55CFB82}"/>
              </a:ext>
            </a:extLst>
          </p:cNvPr>
          <p:cNvSpPr txBox="1"/>
          <p:nvPr/>
        </p:nvSpPr>
        <p:spPr>
          <a:xfrm>
            <a:off x="6276073" y="4340265"/>
            <a:ext cx="4537554" cy="461665"/>
          </a:xfrm>
          <a:prstGeom prst="rect">
            <a:avLst/>
          </a:prstGeom>
          <a:noFill/>
        </p:spPr>
        <p:txBody>
          <a:bodyPr wrap="square" rtlCol="0">
            <a:spAutoFit/>
          </a:bodyPr>
          <a:lstStyle/>
          <a:p>
            <a:r>
              <a:rPr lang="en-US" altLang="ko-KR" sz="2400" dirty="0">
                <a:solidFill>
                  <a:srgbClr val="082D6E"/>
                </a:solidFill>
                <a:latin typeface="+mj-lt"/>
              </a:rPr>
              <a:t>- john doe, Founder</a:t>
            </a:r>
          </a:p>
        </p:txBody>
      </p:sp>
      <p:sp>
        <p:nvSpPr>
          <p:cNvPr id="2" name="그림 개체 틀 1">
            <a:extLst>
              <a:ext uri="{FF2B5EF4-FFF2-40B4-BE49-F238E27FC236}">
                <a16:creationId xmlns:a16="http://schemas.microsoft.com/office/drawing/2014/main" id="{7BE49CBA-7724-46AD-B3E2-08D7D92C52C5}"/>
              </a:ext>
            </a:extLst>
          </p:cNvPr>
          <p:cNvSpPr>
            <a:spLocks noGrp="1"/>
          </p:cNvSpPr>
          <p:nvPr>
            <p:ph type="pic" sz="quarter" idx="14"/>
          </p:nvPr>
        </p:nvSpPr>
        <p:spPr/>
      </p:sp>
    </p:spTree>
    <p:extLst>
      <p:ext uri="{BB962C8B-B14F-4D97-AF65-F5344CB8AC3E}">
        <p14:creationId xmlns:p14="http://schemas.microsoft.com/office/powerpoint/2010/main" val="2176512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3B95C3BF-6D05-49BE-8566-34E54E65698D}"/>
              </a:ext>
            </a:extLst>
          </p:cNvPr>
          <p:cNvSpPr>
            <a:spLocks noGrp="1"/>
          </p:cNvSpPr>
          <p:nvPr>
            <p:ph type="pic" sz="quarter" idx="13"/>
          </p:nvPr>
        </p:nvSpPr>
        <p:spPr/>
      </p:sp>
      <p:sp>
        <p:nvSpPr>
          <p:cNvPr id="37" name="TextBox 36">
            <a:extLst>
              <a:ext uri="{FF2B5EF4-FFF2-40B4-BE49-F238E27FC236}">
                <a16:creationId xmlns:a16="http://schemas.microsoft.com/office/drawing/2014/main" id="{AA7C4936-85A6-4DFE-A759-E31DEC3B7849}"/>
              </a:ext>
            </a:extLst>
          </p:cNvPr>
          <p:cNvSpPr txBox="1"/>
          <p:nvPr/>
        </p:nvSpPr>
        <p:spPr>
          <a:xfrm>
            <a:off x="1176141" y="3674021"/>
            <a:ext cx="2569946" cy="1384995"/>
          </a:xfrm>
          <a:prstGeom prst="rect">
            <a:avLst/>
          </a:prstGeom>
          <a:noFill/>
        </p:spPr>
        <p:txBody>
          <a:bodyPr wrap="square" rtlCol="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r>
              <a:rPr lang="en-US" altLang="ko-KR" sz="1400" dirty="0">
                <a:solidFill>
                  <a:srgbClr val="082D6E"/>
                </a:solidFill>
              </a:rPr>
              <a:t> </a:t>
            </a:r>
            <a:r>
              <a:rPr lang="en-US" altLang="ko-KR" sz="1400" dirty="0" err="1">
                <a:solidFill>
                  <a:srgbClr val="082D6E"/>
                </a:solidFill>
              </a:rPr>
              <a:t>incididunt</a:t>
            </a:r>
            <a:r>
              <a:rPr lang="en-US" altLang="ko-KR" sz="1400" dirty="0">
                <a:solidFill>
                  <a:srgbClr val="082D6E"/>
                </a:solidFill>
              </a:rPr>
              <a:t>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labore</a:t>
            </a:r>
            <a:r>
              <a:rPr lang="en-US" altLang="ko-KR" sz="1400" dirty="0">
                <a:solidFill>
                  <a:srgbClr val="082D6E"/>
                </a:solidFill>
              </a:rPr>
              <a:t> et dolore magna </a:t>
            </a:r>
            <a:r>
              <a:rPr lang="en-US" altLang="ko-KR" sz="1400" dirty="0" err="1">
                <a:solidFill>
                  <a:srgbClr val="082D6E"/>
                </a:solidFill>
              </a:rPr>
              <a:t>aliqua</a:t>
            </a:r>
            <a:r>
              <a:rPr lang="en-US" altLang="ko-KR" sz="1400" dirty="0">
                <a:solidFill>
                  <a:srgbClr val="082D6E"/>
                </a:solidFill>
              </a:rPr>
              <a:t>.</a:t>
            </a:r>
          </a:p>
        </p:txBody>
      </p:sp>
      <p:sp>
        <p:nvSpPr>
          <p:cNvPr id="38" name="TextBox 37">
            <a:extLst>
              <a:ext uri="{FF2B5EF4-FFF2-40B4-BE49-F238E27FC236}">
                <a16:creationId xmlns:a16="http://schemas.microsoft.com/office/drawing/2014/main" id="{B8971732-5DC1-4FE7-8723-7F6C96066A83}"/>
              </a:ext>
            </a:extLst>
          </p:cNvPr>
          <p:cNvSpPr txBox="1"/>
          <p:nvPr/>
        </p:nvSpPr>
        <p:spPr>
          <a:xfrm>
            <a:off x="1196069" y="3167390"/>
            <a:ext cx="2160197" cy="523220"/>
          </a:xfrm>
          <a:prstGeom prst="rect">
            <a:avLst/>
          </a:prstGeom>
          <a:noFill/>
        </p:spPr>
        <p:txBody>
          <a:bodyPr wrap="square" rtlCol="0">
            <a:spAutoFit/>
          </a:bodyPr>
          <a:lstStyle/>
          <a:p>
            <a:r>
              <a:rPr lang="en-US" altLang="ko-KR" sz="2800" dirty="0">
                <a:solidFill>
                  <a:srgbClr val="082D6E"/>
                </a:solidFill>
                <a:latin typeface="+mj-lt"/>
              </a:rPr>
              <a:t>01.</a:t>
            </a:r>
          </a:p>
        </p:txBody>
      </p:sp>
      <p:sp>
        <p:nvSpPr>
          <p:cNvPr id="39" name="TextBox 38">
            <a:extLst>
              <a:ext uri="{FF2B5EF4-FFF2-40B4-BE49-F238E27FC236}">
                <a16:creationId xmlns:a16="http://schemas.microsoft.com/office/drawing/2014/main" id="{C0FA0BA1-2597-4370-85CD-2E04BF64E512}"/>
              </a:ext>
            </a:extLst>
          </p:cNvPr>
          <p:cNvSpPr txBox="1"/>
          <p:nvPr/>
        </p:nvSpPr>
        <p:spPr>
          <a:xfrm>
            <a:off x="4106342" y="3674021"/>
            <a:ext cx="2569946" cy="1384995"/>
          </a:xfrm>
          <a:prstGeom prst="rect">
            <a:avLst/>
          </a:prstGeom>
          <a:noFill/>
        </p:spPr>
        <p:txBody>
          <a:bodyPr wrap="square" rtlCol="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r>
              <a:rPr lang="en-US" altLang="ko-KR" sz="1400" dirty="0">
                <a:solidFill>
                  <a:srgbClr val="082D6E"/>
                </a:solidFill>
              </a:rPr>
              <a:t> </a:t>
            </a:r>
            <a:r>
              <a:rPr lang="en-US" altLang="ko-KR" sz="1400" dirty="0" err="1">
                <a:solidFill>
                  <a:srgbClr val="082D6E"/>
                </a:solidFill>
              </a:rPr>
              <a:t>incididunt</a:t>
            </a:r>
            <a:r>
              <a:rPr lang="en-US" altLang="ko-KR" sz="1400" dirty="0">
                <a:solidFill>
                  <a:srgbClr val="082D6E"/>
                </a:solidFill>
              </a:rPr>
              <a:t>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labore</a:t>
            </a:r>
            <a:r>
              <a:rPr lang="en-US" altLang="ko-KR" sz="1400" dirty="0">
                <a:solidFill>
                  <a:srgbClr val="082D6E"/>
                </a:solidFill>
              </a:rPr>
              <a:t> et dolore magna </a:t>
            </a:r>
            <a:r>
              <a:rPr lang="en-US" altLang="ko-KR" sz="1400" dirty="0" err="1">
                <a:solidFill>
                  <a:srgbClr val="082D6E"/>
                </a:solidFill>
              </a:rPr>
              <a:t>aliqua</a:t>
            </a:r>
            <a:r>
              <a:rPr lang="en-US" altLang="ko-KR" sz="1400" dirty="0">
                <a:solidFill>
                  <a:srgbClr val="082D6E"/>
                </a:solidFill>
              </a:rPr>
              <a:t>.</a:t>
            </a:r>
          </a:p>
        </p:txBody>
      </p:sp>
      <p:sp>
        <p:nvSpPr>
          <p:cNvPr id="44" name="TextBox 43">
            <a:extLst>
              <a:ext uri="{FF2B5EF4-FFF2-40B4-BE49-F238E27FC236}">
                <a16:creationId xmlns:a16="http://schemas.microsoft.com/office/drawing/2014/main" id="{21C8243B-92D6-4428-A16C-811A73A0D72D}"/>
              </a:ext>
            </a:extLst>
          </p:cNvPr>
          <p:cNvSpPr txBox="1"/>
          <p:nvPr/>
        </p:nvSpPr>
        <p:spPr>
          <a:xfrm>
            <a:off x="4126270" y="3167390"/>
            <a:ext cx="2160197" cy="523220"/>
          </a:xfrm>
          <a:prstGeom prst="rect">
            <a:avLst/>
          </a:prstGeom>
          <a:noFill/>
        </p:spPr>
        <p:txBody>
          <a:bodyPr wrap="square" rtlCol="0">
            <a:spAutoFit/>
          </a:bodyPr>
          <a:lstStyle/>
          <a:p>
            <a:r>
              <a:rPr lang="en-US" altLang="ko-KR" sz="2800" dirty="0">
                <a:solidFill>
                  <a:srgbClr val="082D6E"/>
                </a:solidFill>
                <a:latin typeface="+mj-lt"/>
              </a:rPr>
              <a:t>02.</a:t>
            </a:r>
          </a:p>
        </p:txBody>
      </p:sp>
      <p:sp>
        <p:nvSpPr>
          <p:cNvPr id="45" name="TextBox 44">
            <a:extLst>
              <a:ext uri="{FF2B5EF4-FFF2-40B4-BE49-F238E27FC236}">
                <a16:creationId xmlns:a16="http://schemas.microsoft.com/office/drawing/2014/main" id="{E524F332-2DF3-4031-9667-25F88401BED9}"/>
              </a:ext>
            </a:extLst>
          </p:cNvPr>
          <p:cNvSpPr txBox="1"/>
          <p:nvPr/>
        </p:nvSpPr>
        <p:spPr>
          <a:xfrm>
            <a:off x="1171433" y="1735029"/>
            <a:ext cx="5504855" cy="584775"/>
          </a:xfrm>
          <a:prstGeom prst="rect">
            <a:avLst/>
          </a:prstGeom>
          <a:noFill/>
        </p:spPr>
        <p:txBody>
          <a:bodyPr wrap="square" rtlCol="0">
            <a:spAutoFit/>
          </a:bodyPr>
          <a:lstStyle/>
          <a:p>
            <a:r>
              <a:rPr lang="en-US" altLang="ko-KR" sz="3200" dirty="0">
                <a:solidFill>
                  <a:srgbClr val="082D6E"/>
                </a:solidFill>
                <a:latin typeface="+mj-lt"/>
                <a:cs typeface="Arial" panose="020B0604020202020204" pitchFamily="34" charset="0"/>
              </a:rPr>
              <a:t>Overview</a:t>
            </a:r>
          </a:p>
        </p:txBody>
      </p:sp>
      <p:sp>
        <p:nvSpPr>
          <p:cNvPr id="46" name="TextBox 45">
            <a:extLst>
              <a:ext uri="{FF2B5EF4-FFF2-40B4-BE49-F238E27FC236}">
                <a16:creationId xmlns:a16="http://schemas.microsoft.com/office/drawing/2014/main" id="{C7E0D2D6-F7E4-4EFD-9B7C-940BE44984CA}"/>
              </a:ext>
            </a:extLst>
          </p:cNvPr>
          <p:cNvSpPr txBox="1"/>
          <p:nvPr/>
        </p:nvSpPr>
        <p:spPr>
          <a:xfrm>
            <a:off x="1171433" y="2319804"/>
            <a:ext cx="5504855" cy="307777"/>
          </a:xfrm>
          <a:prstGeom prst="rect">
            <a:avLst/>
          </a:prstGeom>
          <a:noFill/>
        </p:spPr>
        <p:txBody>
          <a:bodyPr wrap="square" rtlCol="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endParaRPr lang="ko-KR" altLang="en-US" sz="1400" dirty="0">
              <a:solidFill>
                <a:srgbClr val="082D6E"/>
              </a:solidFill>
            </a:endParaRPr>
          </a:p>
        </p:txBody>
      </p:sp>
      <p:sp>
        <p:nvSpPr>
          <p:cNvPr id="47" name="타원 46">
            <a:extLst>
              <a:ext uri="{FF2B5EF4-FFF2-40B4-BE49-F238E27FC236}">
                <a16:creationId xmlns:a16="http://schemas.microsoft.com/office/drawing/2014/main" id="{7A883B8A-08A3-4B47-8DBB-A69C5DA8A814}"/>
              </a:ext>
            </a:extLst>
          </p:cNvPr>
          <p:cNvSpPr/>
          <p:nvPr/>
        </p:nvSpPr>
        <p:spPr>
          <a:xfrm>
            <a:off x="6527455" y="4538197"/>
            <a:ext cx="1987956" cy="1987956"/>
          </a:xfrm>
          <a:prstGeom prst="ellipse">
            <a:avLst/>
          </a:prstGeom>
          <a:solidFill>
            <a:srgbClr val="ADED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800">
                <a:solidFill>
                  <a:srgbClr val="082D6E"/>
                </a:solidFill>
                <a:latin typeface="+mj-lt"/>
              </a:rPr>
              <a:t>Lorem ipsum</a:t>
            </a:r>
            <a:endParaRPr lang="ko-KR" altLang="en-US" sz="2800" dirty="0">
              <a:solidFill>
                <a:srgbClr val="082D6E"/>
              </a:solidFill>
              <a:latin typeface="+mj-lt"/>
            </a:endParaRPr>
          </a:p>
        </p:txBody>
      </p:sp>
    </p:spTree>
    <p:extLst>
      <p:ext uri="{BB962C8B-B14F-4D97-AF65-F5344CB8AC3E}">
        <p14:creationId xmlns:p14="http://schemas.microsoft.com/office/powerpoint/2010/main" val="1050125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C49DC4EC-B0CD-4215-ACBB-B43F460209B7}"/>
              </a:ext>
            </a:extLst>
          </p:cNvPr>
          <p:cNvSpPr txBox="1"/>
          <p:nvPr/>
        </p:nvSpPr>
        <p:spPr>
          <a:xfrm>
            <a:off x="2338184" y="934301"/>
            <a:ext cx="7515632" cy="584775"/>
          </a:xfrm>
          <a:prstGeom prst="rect">
            <a:avLst/>
          </a:prstGeom>
          <a:noFill/>
        </p:spPr>
        <p:txBody>
          <a:bodyPr wrap="square" rtlCol="0">
            <a:spAutoFit/>
          </a:bodyPr>
          <a:lstStyle/>
          <a:p>
            <a:pPr algn="ctr"/>
            <a:r>
              <a:rPr lang="en-US" altLang="ko-KR" sz="3200" dirty="0">
                <a:solidFill>
                  <a:srgbClr val="082D6E"/>
                </a:solidFill>
                <a:latin typeface="+mj-lt"/>
                <a:cs typeface="Arial" panose="020B0604020202020204" pitchFamily="34" charset="0"/>
              </a:rPr>
              <a:t>Make Your Title</a:t>
            </a:r>
            <a:endParaRPr lang="ko-KR" altLang="en-US" sz="3200" dirty="0">
              <a:solidFill>
                <a:srgbClr val="082D6E"/>
              </a:solidFill>
              <a:latin typeface="+mj-lt"/>
              <a:cs typeface="Arial" panose="020B0604020202020204" pitchFamily="34" charset="0"/>
            </a:endParaRPr>
          </a:p>
        </p:txBody>
      </p:sp>
      <p:sp>
        <p:nvSpPr>
          <p:cNvPr id="41" name="사각형: 둥근 모서리 40">
            <a:extLst>
              <a:ext uri="{FF2B5EF4-FFF2-40B4-BE49-F238E27FC236}">
                <a16:creationId xmlns:a16="http://schemas.microsoft.com/office/drawing/2014/main" id="{845354F0-D782-43DF-AB2C-978E7E0F9890}"/>
              </a:ext>
            </a:extLst>
          </p:cNvPr>
          <p:cNvSpPr/>
          <p:nvPr/>
        </p:nvSpPr>
        <p:spPr>
          <a:xfrm>
            <a:off x="1171640" y="1927394"/>
            <a:ext cx="9848720" cy="4033778"/>
          </a:xfrm>
          <a:prstGeom prst="roundRect">
            <a:avLst>
              <a:gd name="adj" fmla="val 11239"/>
            </a:avLst>
          </a:prstGeom>
          <a:noFill/>
          <a:ln w="12700">
            <a:solidFill>
              <a:srgbClr val="082D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rgbClr val="082D6E"/>
              </a:solidFill>
              <a:latin typeface="+mj-lt"/>
            </a:endParaRPr>
          </a:p>
        </p:txBody>
      </p:sp>
      <p:cxnSp>
        <p:nvCxnSpPr>
          <p:cNvPr id="42" name="직선 연결선 41">
            <a:extLst>
              <a:ext uri="{FF2B5EF4-FFF2-40B4-BE49-F238E27FC236}">
                <a16:creationId xmlns:a16="http://schemas.microsoft.com/office/drawing/2014/main" id="{43D0B7F9-174B-45FA-9B53-6F0F0A8DF096}"/>
              </a:ext>
            </a:extLst>
          </p:cNvPr>
          <p:cNvCxnSpPr/>
          <p:nvPr/>
        </p:nvCxnSpPr>
        <p:spPr>
          <a:xfrm>
            <a:off x="1171640" y="2969068"/>
            <a:ext cx="9848720" cy="0"/>
          </a:xfrm>
          <a:prstGeom prst="line">
            <a:avLst/>
          </a:prstGeom>
          <a:gradFill>
            <a:gsLst>
              <a:gs pos="0">
                <a:schemeClr val="bg1"/>
              </a:gs>
              <a:gs pos="100000">
                <a:schemeClr val="bg1">
                  <a:alpha val="0"/>
                </a:schemeClr>
              </a:gs>
            </a:gsLst>
            <a:lin ang="5400000" scaled="1"/>
          </a:gradFill>
          <a:ln w="12700">
            <a:solidFill>
              <a:srgbClr val="082D6E"/>
            </a:solidFill>
          </a:ln>
        </p:spPr>
        <p:style>
          <a:lnRef idx="2">
            <a:schemeClr val="accent1">
              <a:shade val="50000"/>
            </a:schemeClr>
          </a:lnRef>
          <a:fillRef idx="1">
            <a:schemeClr val="accent1"/>
          </a:fillRef>
          <a:effectRef idx="0">
            <a:schemeClr val="accent1"/>
          </a:effectRef>
          <a:fontRef idx="minor">
            <a:schemeClr val="lt1"/>
          </a:fontRef>
        </p:style>
      </p:cxnSp>
      <p:sp>
        <p:nvSpPr>
          <p:cNvPr id="43" name="타원 42">
            <a:extLst>
              <a:ext uri="{FF2B5EF4-FFF2-40B4-BE49-F238E27FC236}">
                <a16:creationId xmlns:a16="http://schemas.microsoft.com/office/drawing/2014/main" id="{A2F5F7CF-F4A9-455E-A834-B83542C23F36}"/>
              </a:ext>
            </a:extLst>
          </p:cNvPr>
          <p:cNvSpPr/>
          <p:nvPr/>
        </p:nvSpPr>
        <p:spPr>
          <a:xfrm>
            <a:off x="2848094" y="2876470"/>
            <a:ext cx="185196" cy="185196"/>
          </a:xfrm>
          <a:prstGeom prst="ellipse">
            <a:avLst/>
          </a:prstGeom>
          <a:solidFill>
            <a:srgbClr val="FFE9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2000" b="1" dirty="0">
              <a:solidFill>
                <a:srgbClr val="082D6E"/>
              </a:solidFill>
              <a:latin typeface="+mj-lt"/>
            </a:endParaRPr>
          </a:p>
        </p:txBody>
      </p:sp>
      <p:sp>
        <p:nvSpPr>
          <p:cNvPr id="44" name="TextBox 43">
            <a:extLst>
              <a:ext uri="{FF2B5EF4-FFF2-40B4-BE49-F238E27FC236}">
                <a16:creationId xmlns:a16="http://schemas.microsoft.com/office/drawing/2014/main" id="{97650FCF-2380-4DC0-ABAE-49B8FD599C9E}"/>
              </a:ext>
            </a:extLst>
          </p:cNvPr>
          <p:cNvSpPr txBox="1"/>
          <p:nvPr/>
        </p:nvSpPr>
        <p:spPr>
          <a:xfrm>
            <a:off x="1870717" y="4640280"/>
            <a:ext cx="2139950" cy="954107"/>
          </a:xfrm>
          <a:prstGeom prst="rect">
            <a:avLst/>
          </a:prstGeom>
          <a:noFill/>
        </p:spPr>
        <p:txBody>
          <a:bodyPr wrap="square" rtlCol="0">
            <a:spAutoFit/>
          </a:bodyPr>
          <a:lstStyle>
            <a:defPPr>
              <a:defRPr lang="ko-KR"/>
            </a:defPPr>
            <a:lvl1pPr marL="285750" indent="-285750">
              <a:lnSpc>
                <a:spcPct val="100000"/>
              </a:lnSpc>
              <a:buFont typeface="Arial" panose="020B0604020202020204" pitchFamily="34" charset="0"/>
              <a:buChar char="•"/>
              <a:defRPr sz="1400"/>
            </a:lvl1pPr>
          </a:lstStyle>
          <a:p>
            <a:r>
              <a:rPr lang="en-US" altLang="ko-KR" dirty="0">
                <a:solidFill>
                  <a:srgbClr val="082D6E"/>
                </a:solidFill>
              </a:rPr>
              <a:t>Lorem ipsum dolor sit </a:t>
            </a:r>
            <a:r>
              <a:rPr lang="en-US" altLang="ko-KR" dirty="0" err="1">
                <a:solidFill>
                  <a:srgbClr val="082D6E"/>
                </a:solidFill>
              </a:rPr>
              <a:t>amet</a:t>
            </a:r>
            <a:endParaRPr lang="en-US" altLang="ko-KR" dirty="0">
              <a:solidFill>
                <a:srgbClr val="082D6E"/>
              </a:solidFill>
            </a:endParaRPr>
          </a:p>
          <a:p>
            <a:r>
              <a:rPr lang="en-US" altLang="ko-KR" dirty="0" err="1">
                <a:solidFill>
                  <a:srgbClr val="082D6E"/>
                </a:solidFill>
              </a:rPr>
              <a:t>Consectetur</a:t>
            </a:r>
            <a:r>
              <a:rPr lang="en-US" altLang="ko-KR" dirty="0">
                <a:solidFill>
                  <a:srgbClr val="082D6E"/>
                </a:solidFill>
              </a:rPr>
              <a:t> </a:t>
            </a:r>
            <a:r>
              <a:rPr lang="en-US" altLang="ko-KR" dirty="0" err="1">
                <a:solidFill>
                  <a:srgbClr val="082D6E"/>
                </a:solidFill>
              </a:rPr>
              <a:t>adipisicing</a:t>
            </a:r>
            <a:r>
              <a:rPr lang="en-US" altLang="ko-KR" dirty="0">
                <a:solidFill>
                  <a:srgbClr val="082D6E"/>
                </a:solidFill>
              </a:rPr>
              <a:t> </a:t>
            </a:r>
            <a:r>
              <a:rPr lang="en-US" altLang="ko-KR" dirty="0" err="1">
                <a:solidFill>
                  <a:srgbClr val="082D6E"/>
                </a:solidFill>
              </a:rPr>
              <a:t>elit</a:t>
            </a:r>
            <a:endParaRPr lang="ko-KR" altLang="en-US" dirty="0">
              <a:solidFill>
                <a:srgbClr val="082D6E"/>
              </a:solidFill>
            </a:endParaRPr>
          </a:p>
        </p:txBody>
      </p:sp>
      <p:sp>
        <p:nvSpPr>
          <p:cNvPr id="45" name="직사각형 44">
            <a:extLst>
              <a:ext uri="{FF2B5EF4-FFF2-40B4-BE49-F238E27FC236}">
                <a16:creationId xmlns:a16="http://schemas.microsoft.com/office/drawing/2014/main" id="{BE95752E-371D-40E5-B669-19A44FC9D3EB}"/>
              </a:ext>
            </a:extLst>
          </p:cNvPr>
          <p:cNvSpPr/>
          <p:nvPr/>
        </p:nvSpPr>
        <p:spPr>
          <a:xfrm>
            <a:off x="1870717" y="4185526"/>
            <a:ext cx="2139950" cy="400110"/>
          </a:xfrm>
          <a:prstGeom prst="rect">
            <a:avLst/>
          </a:prstGeom>
        </p:spPr>
        <p:txBody>
          <a:bodyPr wrap="square" anchor="t" anchorCtr="0">
            <a:spAutoFit/>
          </a:bodyPr>
          <a:lstStyle/>
          <a:p>
            <a:pPr algn="ctr"/>
            <a:r>
              <a:rPr lang="en-US" altLang="ko-KR" sz="2000">
                <a:solidFill>
                  <a:srgbClr val="082D6E"/>
                </a:solidFill>
                <a:latin typeface="+mj-lt"/>
              </a:rPr>
              <a:t>Lorem ipsum</a:t>
            </a:r>
            <a:endParaRPr lang="en-US" altLang="ko-KR" sz="2000" dirty="0">
              <a:solidFill>
                <a:srgbClr val="082D6E"/>
              </a:solidFill>
              <a:latin typeface="+mj-lt"/>
            </a:endParaRPr>
          </a:p>
        </p:txBody>
      </p:sp>
      <p:sp>
        <p:nvSpPr>
          <p:cNvPr id="46" name="직사각형 45">
            <a:extLst>
              <a:ext uri="{FF2B5EF4-FFF2-40B4-BE49-F238E27FC236}">
                <a16:creationId xmlns:a16="http://schemas.microsoft.com/office/drawing/2014/main" id="{C47A587E-A7A8-415F-A21B-CE7ED980DFF8}"/>
              </a:ext>
            </a:extLst>
          </p:cNvPr>
          <p:cNvSpPr/>
          <p:nvPr/>
        </p:nvSpPr>
        <p:spPr>
          <a:xfrm>
            <a:off x="2022630" y="2252705"/>
            <a:ext cx="1836124" cy="461665"/>
          </a:xfrm>
          <a:prstGeom prst="rect">
            <a:avLst/>
          </a:prstGeom>
        </p:spPr>
        <p:txBody>
          <a:bodyPr wrap="square" anchor="t" anchorCtr="0">
            <a:spAutoFit/>
          </a:bodyPr>
          <a:lstStyle/>
          <a:p>
            <a:pPr algn="ctr"/>
            <a:r>
              <a:rPr lang="en-US" altLang="ko-KR" sz="2400" dirty="0">
                <a:solidFill>
                  <a:srgbClr val="082D6E"/>
                </a:solidFill>
                <a:latin typeface="+mj-lt"/>
              </a:rPr>
              <a:t>20xx</a:t>
            </a:r>
          </a:p>
        </p:txBody>
      </p:sp>
      <p:sp>
        <p:nvSpPr>
          <p:cNvPr id="47" name="타원 46">
            <a:extLst>
              <a:ext uri="{FF2B5EF4-FFF2-40B4-BE49-F238E27FC236}">
                <a16:creationId xmlns:a16="http://schemas.microsoft.com/office/drawing/2014/main" id="{D61CECE5-64B0-4567-AFF2-2497619409C9}"/>
              </a:ext>
            </a:extLst>
          </p:cNvPr>
          <p:cNvSpPr/>
          <p:nvPr/>
        </p:nvSpPr>
        <p:spPr>
          <a:xfrm>
            <a:off x="6003402" y="2876470"/>
            <a:ext cx="185196" cy="185196"/>
          </a:xfrm>
          <a:prstGeom prst="ellipse">
            <a:avLst/>
          </a:prstGeom>
          <a:solidFill>
            <a:srgbClr val="FFE9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2000" b="1" dirty="0">
              <a:solidFill>
                <a:srgbClr val="082D6E"/>
              </a:solidFill>
              <a:latin typeface="+mj-lt"/>
            </a:endParaRPr>
          </a:p>
        </p:txBody>
      </p:sp>
      <p:sp>
        <p:nvSpPr>
          <p:cNvPr id="48" name="TextBox 47">
            <a:extLst>
              <a:ext uri="{FF2B5EF4-FFF2-40B4-BE49-F238E27FC236}">
                <a16:creationId xmlns:a16="http://schemas.microsoft.com/office/drawing/2014/main" id="{7FC398A0-36B9-43EC-B12C-8539962BDACF}"/>
              </a:ext>
            </a:extLst>
          </p:cNvPr>
          <p:cNvSpPr txBox="1"/>
          <p:nvPr/>
        </p:nvSpPr>
        <p:spPr>
          <a:xfrm>
            <a:off x="5026025" y="4640280"/>
            <a:ext cx="2139950" cy="954107"/>
          </a:xfrm>
          <a:prstGeom prst="rect">
            <a:avLst/>
          </a:prstGeom>
          <a:noFill/>
        </p:spPr>
        <p:txBody>
          <a:bodyPr wrap="square" rtlCol="0">
            <a:spAutoFit/>
          </a:bodyPr>
          <a:lstStyle>
            <a:defPPr>
              <a:defRPr lang="ko-KR"/>
            </a:defPPr>
            <a:lvl1pPr marL="285750" indent="-285750">
              <a:lnSpc>
                <a:spcPct val="100000"/>
              </a:lnSpc>
              <a:buFont typeface="Arial" panose="020B0604020202020204" pitchFamily="34" charset="0"/>
              <a:buChar char="•"/>
              <a:defRPr sz="1400"/>
            </a:lvl1pPr>
          </a:lstStyle>
          <a:p>
            <a:r>
              <a:rPr lang="en-US" altLang="ko-KR" dirty="0">
                <a:solidFill>
                  <a:srgbClr val="082D6E"/>
                </a:solidFill>
              </a:rPr>
              <a:t>Lorem ipsum dolor sit </a:t>
            </a:r>
            <a:r>
              <a:rPr lang="en-US" altLang="ko-KR" dirty="0" err="1">
                <a:solidFill>
                  <a:srgbClr val="082D6E"/>
                </a:solidFill>
              </a:rPr>
              <a:t>amet</a:t>
            </a:r>
            <a:endParaRPr lang="en-US" altLang="ko-KR" dirty="0">
              <a:solidFill>
                <a:srgbClr val="082D6E"/>
              </a:solidFill>
            </a:endParaRPr>
          </a:p>
          <a:p>
            <a:r>
              <a:rPr lang="en-US" altLang="ko-KR" dirty="0" err="1">
                <a:solidFill>
                  <a:srgbClr val="082D6E"/>
                </a:solidFill>
              </a:rPr>
              <a:t>Consectetur</a:t>
            </a:r>
            <a:r>
              <a:rPr lang="en-US" altLang="ko-KR" dirty="0">
                <a:solidFill>
                  <a:srgbClr val="082D6E"/>
                </a:solidFill>
              </a:rPr>
              <a:t> </a:t>
            </a:r>
            <a:r>
              <a:rPr lang="en-US" altLang="ko-KR" dirty="0" err="1">
                <a:solidFill>
                  <a:srgbClr val="082D6E"/>
                </a:solidFill>
              </a:rPr>
              <a:t>adipisicing</a:t>
            </a:r>
            <a:r>
              <a:rPr lang="en-US" altLang="ko-KR" dirty="0">
                <a:solidFill>
                  <a:srgbClr val="082D6E"/>
                </a:solidFill>
              </a:rPr>
              <a:t> </a:t>
            </a:r>
            <a:r>
              <a:rPr lang="en-US" altLang="ko-KR" dirty="0" err="1">
                <a:solidFill>
                  <a:srgbClr val="082D6E"/>
                </a:solidFill>
              </a:rPr>
              <a:t>elit</a:t>
            </a:r>
            <a:endParaRPr lang="ko-KR" altLang="en-US" dirty="0">
              <a:solidFill>
                <a:srgbClr val="082D6E"/>
              </a:solidFill>
            </a:endParaRPr>
          </a:p>
        </p:txBody>
      </p:sp>
      <p:sp>
        <p:nvSpPr>
          <p:cNvPr id="49" name="직사각형 48">
            <a:extLst>
              <a:ext uri="{FF2B5EF4-FFF2-40B4-BE49-F238E27FC236}">
                <a16:creationId xmlns:a16="http://schemas.microsoft.com/office/drawing/2014/main" id="{15AAAAAB-D251-42F5-8294-E01D1502B450}"/>
              </a:ext>
            </a:extLst>
          </p:cNvPr>
          <p:cNvSpPr/>
          <p:nvPr/>
        </p:nvSpPr>
        <p:spPr>
          <a:xfrm>
            <a:off x="5026025" y="4185526"/>
            <a:ext cx="2139950" cy="400110"/>
          </a:xfrm>
          <a:prstGeom prst="rect">
            <a:avLst/>
          </a:prstGeom>
        </p:spPr>
        <p:txBody>
          <a:bodyPr wrap="square" anchor="t" anchorCtr="0">
            <a:spAutoFit/>
          </a:bodyPr>
          <a:lstStyle/>
          <a:p>
            <a:pPr algn="ctr"/>
            <a:r>
              <a:rPr lang="en-US" altLang="ko-KR" sz="2000">
                <a:solidFill>
                  <a:srgbClr val="082D6E"/>
                </a:solidFill>
                <a:latin typeface="+mj-lt"/>
              </a:rPr>
              <a:t>Lorem ipsum</a:t>
            </a:r>
            <a:endParaRPr lang="en-US" altLang="ko-KR" sz="2000" dirty="0">
              <a:solidFill>
                <a:srgbClr val="082D6E"/>
              </a:solidFill>
              <a:latin typeface="+mj-lt"/>
            </a:endParaRPr>
          </a:p>
        </p:txBody>
      </p:sp>
      <p:sp>
        <p:nvSpPr>
          <p:cNvPr id="50" name="직사각형 49">
            <a:extLst>
              <a:ext uri="{FF2B5EF4-FFF2-40B4-BE49-F238E27FC236}">
                <a16:creationId xmlns:a16="http://schemas.microsoft.com/office/drawing/2014/main" id="{140CC3A2-F9DE-41DE-90A9-BE407E400FAE}"/>
              </a:ext>
            </a:extLst>
          </p:cNvPr>
          <p:cNvSpPr/>
          <p:nvPr/>
        </p:nvSpPr>
        <p:spPr>
          <a:xfrm>
            <a:off x="5177938" y="2252705"/>
            <a:ext cx="1836124" cy="461665"/>
          </a:xfrm>
          <a:prstGeom prst="rect">
            <a:avLst/>
          </a:prstGeom>
        </p:spPr>
        <p:txBody>
          <a:bodyPr wrap="square" anchor="t" anchorCtr="0">
            <a:spAutoFit/>
          </a:bodyPr>
          <a:lstStyle/>
          <a:p>
            <a:pPr algn="ctr"/>
            <a:r>
              <a:rPr lang="en-US" altLang="ko-KR" sz="2400" dirty="0">
                <a:solidFill>
                  <a:srgbClr val="082D6E"/>
                </a:solidFill>
                <a:latin typeface="+mj-lt"/>
              </a:rPr>
              <a:t>20xx</a:t>
            </a:r>
          </a:p>
        </p:txBody>
      </p:sp>
      <p:sp>
        <p:nvSpPr>
          <p:cNvPr id="51" name="타원 50">
            <a:extLst>
              <a:ext uri="{FF2B5EF4-FFF2-40B4-BE49-F238E27FC236}">
                <a16:creationId xmlns:a16="http://schemas.microsoft.com/office/drawing/2014/main" id="{0842C638-C30F-4E0C-88F9-6EF3694CEBB8}"/>
              </a:ext>
            </a:extLst>
          </p:cNvPr>
          <p:cNvSpPr/>
          <p:nvPr/>
        </p:nvSpPr>
        <p:spPr>
          <a:xfrm>
            <a:off x="9158711" y="2876470"/>
            <a:ext cx="185196" cy="185196"/>
          </a:xfrm>
          <a:prstGeom prst="ellipse">
            <a:avLst/>
          </a:prstGeom>
          <a:solidFill>
            <a:srgbClr val="FFE9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2000" b="1" dirty="0">
              <a:solidFill>
                <a:srgbClr val="082D6E"/>
              </a:solidFill>
              <a:latin typeface="+mj-lt"/>
            </a:endParaRPr>
          </a:p>
        </p:txBody>
      </p:sp>
      <p:sp>
        <p:nvSpPr>
          <p:cNvPr id="52" name="TextBox 51">
            <a:extLst>
              <a:ext uri="{FF2B5EF4-FFF2-40B4-BE49-F238E27FC236}">
                <a16:creationId xmlns:a16="http://schemas.microsoft.com/office/drawing/2014/main" id="{A6B8FA03-09F0-476F-AB79-F5CF3968C47B}"/>
              </a:ext>
            </a:extLst>
          </p:cNvPr>
          <p:cNvSpPr txBox="1"/>
          <p:nvPr/>
        </p:nvSpPr>
        <p:spPr>
          <a:xfrm>
            <a:off x="8181334" y="4640280"/>
            <a:ext cx="2139950" cy="954107"/>
          </a:xfrm>
          <a:prstGeom prst="rect">
            <a:avLst/>
          </a:prstGeom>
          <a:noFill/>
        </p:spPr>
        <p:txBody>
          <a:bodyPr wrap="square" rtlCol="0">
            <a:spAutoFit/>
          </a:bodyPr>
          <a:lstStyle>
            <a:defPPr>
              <a:defRPr lang="ko-KR"/>
            </a:defPPr>
            <a:lvl1pPr marL="285750" indent="-285750">
              <a:lnSpc>
                <a:spcPct val="100000"/>
              </a:lnSpc>
              <a:buFont typeface="Arial" panose="020B0604020202020204" pitchFamily="34" charset="0"/>
              <a:buChar char="•"/>
              <a:defRPr sz="1400"/>
            </a:lvl1pPr>
          </a:lstStyle>
          <a:p>
            <a:r>
              <a:rPr lang="en-US" altLang="ko-KR" dirty="0">
                <a:solidFill>
                  <a:srgbClr val="082D6E"/>
                </a:solidFill>
              </a:rPr>
              <a:t>Lorem ipsum dolor sit </a:t>
            </a:r>
            <a:r>
              <a:rPr lang="en-US" altLang="ko-KR" dirty="0" err="1">
                <a:solidFill>
                  <a:srgbClr val="082D6E"/>
                </a:solidFill>
              </a:rPr>
              <a:t>amet</a:t>
            </a:r>
            <a:endParaRPr lang="en-US" altLang="ko-KR" dirty="0">
              <a:solidFill>
                <a:srgbClr val="082D6E"/>
              </a:solidFill>
            </a:endParaRPr>
          </a:p>
          <a:p>
            <a:r>
              <a:rPr lang="en-US" altLang="ko-KR" dirty="0" err="1">
                <a:solidFill>
                  <a:srgbClr val="082D6E"/>
                </a:solidFill>
              </a:rPr>
              <a:t>Consectetur</a:t>
            </a:r>
            <a:r>
              <a:rPr lang="en-US" altLang="ko-KR" dirty="0">
                <a:solidFill>
                  <a:srgbClr val="082D6E"/>
                </a:solidFill>
              </a:rPr>
              <a:t> </a:t>
            </a:r>
            <a:r>
              <a:rPr lang="en-US" altLang="ko-KR" dirty="0" err="1">
                <a:solidFill>
                  <a:srgbClr val="082D6E"/>
                </a:solidFill>
              </a:rPr>
              <a:t>adipisicing</a:t>
            </a:r>
            <a:r>
              <a:rPr lang="en-US" altLang="ko-KR" dirty="0">
                <a:solidFill>
                  <a:srgbClr val="082D6E"/>
                </a:solidFill>
              </a:rPr>
              <a:t> </a:t>
            </a:r>
            <a:r>
              <a:rPr lang="en-US" altLang="ko-KR" dirty="0" err="1">
                <a:solidFill>
                  <a:srgbClr val="082D6E"/>
                </a:solidFill>
              </a:rPr>
              <a:t>elit</a:t>
            </a:r>
            <a:endParaRPr lang="ko-KR" altLang="en-US" dirty="0">
              <a:solidFill>
                <a:srgbClr val="082D6E"/>
              </a:solidFill>
            </a:endParaRPr>
          </a:p>
        </p:txBody>
      </p:sp>
      <p:sp>
        <p:nvSpPr>
          <p:cNvPr id="53" name="직사각형 52">
            <a:extLst>
              <a:ext uri="{FF2B5EF4-FFF2-40B4-BE49-F238E27FC236}">
                <a16:creationId xmlns:a16="http://schemas.microsoft.com/office/drawing/2014/main" id="{D6327626-1C20-4C25-BC18-3DDA3D57B956}"/>
              </a:ext>
            </a:extLst>
          </p:cNvPr>
          <p:cNvSpPr/>
          <p:nvPr/>
        </p:nvSpPr>
        <p:spPr>
          <a:xfrm>
            <a:off x="8181334" y="4185526"/>
            <a:ext cx="2139950" cy="400110"/>
          </a:xfrm>
          <a:prstGeom prst="rect">
            <a:avLst/>
          </a:prstGeom>
        </p:spPr>
        <p:txBody>
          <a:bodyPr wrap="square" anchor="t" anchorCtr="0">
            <a:spAutoFit/>
          </a:bodyPr>
          <a:lstStyle/>
          <a:p>
            <a:pPr algn="ctr"/>
            <a:r>
              <a:rPr lang="en-US" altLang="ko-KR" sz="2000">
                <a:solidFill>
                  <a:srgbClr val="082D6E"/>
                </a:solidFill>
                <a:latin typeface="+mj-lt"/>
              </a:rPr>
              <a:t>Lorem ipsum</a:t>
            </a:r>
            <a:endParaRPr lang="en-US" altLang="ko-KR" sz="2000" dirty="0">
              <a:solidFill>
                <a:srgbClr val="082D6E"/>
              </a:solidFill>
              <a:latin typeface="+mj-lt"/>
            </a:endParaRPr>
          </a:p>
        </p:txBody>
      </p:sp>
      <p:sp>
        <p:nvSpPr>
          <p:cNvPr id="54" name="직사각형 53">
            <a:extLst>
              <a:ext uri="{FF2B5EF4-FFF2-40B4-BE49-F238E27FC236}">
                <a16:creationId xmlns:a16="http://schemas.microsoft.com/office/drawing/2014/main" id="{832E9751-842C-41AA-9BE5-FCE4B4BCC1EA}"/>
              </a:ext>
            </a:extLst>
          </p:cNvPr>
          <p:cNvSpPr/>
          <p:nvPr/>
        </p:nvSpPr>
        <p:spPr>
          <a:xfrm>
            <a:off x="8333247" y="2252705"/>
            <a:ext cx="1836124" cy="461665"/>
          </a:xfrm>
          <a:prstGeom prst="rect">
            <a:avLst/>
          </a:prstGeom>
        </p:spPr>
        <p:txBody>
          <a:bodyPr wrap="square" anchor="t" anchorCtr="0">
            <a:spAutoFit/>
          </a:bodyPr>
          <a:lstStyle/>
          <a:p>
            <a:pPr algn="ctr"/>
            <a:r>
              <a:rPr lang="en-US" altLang="ko-KR" sz="2400" dirty="0">
                <a:solidFill>
                  <a:srgbClr val="082D6E"/>
                </a:solidFill>
                <a:latin typeface="+mj-lt"/>
              </a:rPr>
              <a:t>20xx</a:t>
            </a:r>
          </a:p>
        </p:txBody>
      </p:sp>
      <p:pic>
        <p:nvPicPr>
          <p:cNvPr id="17" name="그림 16">
            <a:extLst>
              <a:ext uri="{FF2B5EF4-FFF2-40B4-BE49-F238E27FC236}">
                <a16:creationId xmlns:a16="http://schemas.microsoft.com/office/drawing/2014/main" id="{06494644-D9E3-4CF3-AC94-2BD1DBA53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3453" y="3306284"/>
            <a:ext cx="805094" cy="704458"/>
          </a:xfrm>
          <a:prstGeom prst="rect">
            <a:avLst/>
          </a:prstGeom>
        </p:spPr>
      </p:pic>
      <p:pic>
        <p:nvPicPr>
          <p:cNvPr id="18" name="그림 17">
            <a:extLst>
              <a:ext uri="{FF2B5EF4-FFF2-40B4-BE49-F238E27FC236}">
                <a16:creationId xmlns:a16="http://schemas.microsoft.com/office/drawing/2014/main" id="{A0A8B06E-5F92-457D-9305-5074477F8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8762" y="3255967"/>
            <a:ext cx="805092" cy="805092"/>
          </a:xfrm>
          <a:prstGeom prst="rect">
            <a:avLst/>
          </a:prstGeom>
        </p:spPr>
      </p:pic>
      <p:pic>
        <p:nvPicPr>
          <p:cNvPr id="19" name="그림 18">
            <a:extLst>
              <a:ext uri="{FF2B5EF4-FFF2-40B4-BE49-F238E27FC236}">
                <a16:creationId xmlns:a16="http://schemas.microsoft.com/office/drawing/2014/main" id="{AFA38444-8F0E-405C-8983-14A285E0FC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8146" y="3255967"/>
            <a:ext cx="805092" cy="805092"/>
          </a:xfrm>
          <a:prstGeom prst="rect">
            <a:avLst/>
          </a:prstGeom>
        </p:spPr>
      </p:pic>
    </p:spTree>
    <p:extLst>
      <p:ext uri="{BB962C8B-B14F-4D97-AF65-F5344CB8AC3E}">
        <p14:creationId xmlns:p14="http://schemas.microsoft.com/office/powerpoint/2010/main" val="229823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1D2308-C62B-4AC0-B79B-658C621CF173}"/>
              </a:ext>
            </a:extLst>
          </p:cNvPr>
          <p:cNvSpPr txBox="1"/>
          <p:nvPr/>
        </p:nvSpPr>
        <p:spPr>
          <a:xfrm>
            <a:off x="2484726" y="1378750"/>
            <a:ext cx="7222548" cy="584775"/>
          </a:xfrm>
          <a:prstGeom prst="rect">
            <a:avLst/>
          </a:prstGeom>
          <a:noFill/>
        </p:spPr>
        <p:txBody>
          <a:bodyPr wrap="square" rtlCol="0">
            <a:spAutoFit/>
          </a:bodyPr>
          <a:lstStyle>
            <a:defPPr>
              <a:defRPr lang="ko-KR"/>
            </a:defPPr>
            <a:lvl1pPr algn="ctr">
              <a:defRPr sz="3200">
                <a:solidFill>
                  <a:srgbClr val="101F37"/>
                </a:solidFill>
                <a:latin typeface="+mj-lt"/>
                <a:cs typeface="Arial" panose="020B0604020202020204" pitchFamily="34" charset="0"/>
              </a:defRPr>
            </a:lvl1pPr>
          </a:lstStyle>
          <a:p>
            <a:r>
              <a:rPr lang="en-US" altLang="ko-KR" dirty="0">
                <a:solidFill>
                  <a:srgbClr val="082D6E"/>
                </a:solidFill>
              </a:rPr>
              <a:t>SLIDE TITLE HERE</a:t>
            </a:r>
            <a:endParaRPr lang="ko-KR" altLang="en-US" dirty="0">
              <a:solidFill>
                <a:srgbClr val="082D6E"/>
              </a:solidFill>
            </a:endParaRPr>
          </a:p>
        </p:txBody>
      </p:sp>
      <p:sp>
        <p:nvSpPr>
          <p:cNvPr id="2" name="타원 1">
            <a:extLst>
              <a:ext uri="{FF2B5EF4-FFF2-40B4-BE49-F238E27FC236}">
                <a16:creationId xmlns:a16="http://schemas.microsoft.com/office/drawing/2014/main" id="{39147162-9816-434E-9986-A45AFD1D6446}"/>
              </a:ext>
            </a:extLst>
          </p:cNvPr>
          <p:cNvSpPr/>
          <p:nvPr/>
        </p:nvSpPr>
        <p:spPr>
          <a:xfrm>
            <a:off x="3028750" y="2408653"/>
            <a:ext cx="1292994" cy="1292994"/>
          </a:xfrm>
          <a:prstGeom prst="ellipse">
            <a:avLst/>
          </a:prstGeom>
          <a:solidFill>
            <a:srgbClr val="FFE95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rgbClr val="082D6E"/>
              </a:solidFill>
              <a:latin typeface="+mj-lt"/>
            </a:endParaRPr>
          </a:p>
        </p:txBody>
      </p:sp>
      <p:sp>
        <p:nvSpPr>
          <p:cNvPr id="3" name="TextBox 2">
            <a:extLst>
              <a:ext uri="{FF2B5EF4-FFF2-40B4-BE49-F238E27FC236}">
                <a16:creationId xmlns:a16="http://schemas.microsoft.com/office/drawing/2014/main" id="{4FE1CD79-6B11-47E4-B511-A51517BDE64F}"/>
              </a:ext>
            </a:extLst>
          </p:cNvPr>
          <p:cNvSpPr txBox="1"/>
          <p:nvPr/>
        </p:nvSpPr>
        <p:spPr>
          <a:xfrm>
            <a:off x="1789311" y="4362792"/>
            <a:ext cx="3771871" cy="1077218"/>
          </a:xfrm>
          <a:prstGeom prst="rect">
            <a:avLst/>
          </a:prstGeom>
          <a:noFill/>
        </p:spPr>
        <p:txBody>
          <a:bodyPr wrap="square" rtlCol="0">
            <a:spAutoFit/>
          </a:bodyPr>
          <a:lstStyle/>
          <a:p>
            <a:pPr algn="ctr"/>
            <a:r>
              <a:rPr lang="en-US" altLang="ko-KR" sz="1600" dirty="0">
                <a:solidFill>
                  <a:srgbClr val="082D6E"/>
                </a:solidFill>
              </a:rPr>
              <a:t>Lorem ipsum dolor sit </a:t>
            </a:r>
            <a:r>
              <a:rPr lang="en-US" altLang="ko-KR" sz="1600" dirty="0" err="1">
                <a:solidFill>
                  <a:srgbClr val="082D6E"/>
                </a:solidFill>
              </a:rPr>
              <a:t>amet</a:t>
            </a:r>
            <a:r>
              <a:rPr lang="en-US" altLang="ko-KR" sz="1600" dirty="0">
                <a:solidFill>
                  <a:srgbClr val="082D6E"/>
                </a:solidFill>
              </a:rPr>
              <a:t>, </a:t>
            </a: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adipisicing</a:t>
            </a:r>
            <a:r>
              <a:rPr lang="en-US" altLang="ko-KR" sz="1600" dirty="0">
                <a:solidFill>
                  <a:srgbClr val="082D6E"/>
                </a:solidFill>
              </a:rPr>
              <a:t> </a:t>
            </a:r>
            <a:r>
              <a:rPr lang="en-US" altLang="ko-KR" sz="1600" dirty="0" err="1">
                <a:solidFill>
                  <a:srgbClr val="082D6E"/>
                </a:solidFill>
              </a:rPr>
              <a:t>elit</a:t>
            </a:r>
            <a:r>
              <a:rPr lang="en-US" altLang="ko-KR" sz="1600" dirty="0">
                <a:solidFill>
                  <a:srgbClr val="082D6E"/>
                </a:solidFill>
              </a:rPr>
              <a:t>, sed do </a:t>
            </a:r>
            <a:r>
              <a:rPr lang="en-US" altLang="ko-KR" sz="1600" dirty="0" err="1">
                <a:solidFill>
                  <a:srgbClr val="082D6E"/>
                </a:solidFill>
              </a:rPr>
              <a:t>eiusmod</a:t>
            </a:r>
            <a:r>
              <a:rPr lang="en-US" altLang="ko-KR" sz="1600" dirty="0">
                <a:solidFill>
                  <a:srgbClr val="082D6E"/>
                </a:solidFill>
              </a:rPr>
              <a:t> </a:t>
            </a:r>
            <a:r>
              <a:rPr lang="en-US" altLang="ko-KR" sz="1600" dirty="0" err="1">
                <a:solidFill>
                  <a:srgbClr val="082D6E"/>
                </a:solidFill>
              </a:rPr>
              <a:t>tempor</a:t>
            </a:r>
            <a:r>
              <a:rPr lang="en-US" altLang="ko-KR" sz="1600" dirty="0">
                <a:solidFill>
                  <a:srgbClr val="082D6E"/>
                </a:solidFill>
              </a:rPr>
              <a:t> </a:t>
            </a:r>
            <a:r>
              <a:rPr lang="en-US" altLang="ko-KR" sz="1600" dirty="0" err="1">
                <a:solidFill>
                  <a:srgbClr val="082D6E"/>
                </a:solidFill>
              </a:rPr>
              <a:t>incididunt</a:t>
            </a:r>
            <a:r>
              <a:rPr lang="en-US" altLang="ko-KR" sz="1600" dirty="0">
                <a:solidFill>
                  <a:srgbClr val="082D6E"/>
                </a:solidFill>
              </a:rPr>
              <a:t> </a:t>
            </a:r>
            <a:r>
              <a:rPr lang="en-US" altLang="ko-KR" sz="1600" dirty="0" err="1">
                <a:solidFill>
                  <a:srgbClr val="082D6E"/>
                </a:solidFill>
              </a:rPr>
              <a:t>ut</a:t>
            </a:r>
            <a:r>
              <a:rPr lang="en-US" altLang="ko-KR" sz="1600" dirty="0">
                <a:solidFill>
                  <a:srgbClr val="082D6E"/>
                </a:solidFill>
              </a:rPr>
              <a:t> </a:t>
            </a:r>
            <a:r>
              <a:rPr lang="en-US" altLang="ko-KR" sz="1600" dirty="0" err="1">
                <a:solidFill>
                  <a:srgbClr val="082D6E"/>
                </a:solidFill>
              </a:rPr>
              <a:t>labore</a:t>
            </a:r>
            <a:r>
              <a:rPr lang="en-US" altLang="ko-KR" sz="1600" dirty="0">
                <a:solidFill>
                  <a:srgbClr val="082D6E"/>
                </a:solidFill>
              </a:rPr>
              <a:t> et dolore magna </a:t>
            </a:r>
            <a:r>
              <a:rPr lang="en-US" altLang="ko-KR" sz="1600" dirty="0" err="1">
                <a:solidFill>
                  <a:srgbClr val="082D6E"/>
                </a:solidFill>
              </a:rPr>
              <a:t>aliqua</a:t>
            </a:r>
            <a:r>
              <a:rPr lang="en-US" altLang="ko-KR" sz="1600" dirty="0">
                <a:solidFill>
                  <a:srgbClr val="082D6E"/>
                </a:solidFill>
              </a:rPr>
              <a:t>.</a:t>
            </a:r>
            <a:endParaRPr lang="ko-KR" altLang="en-US" sz="1600" dirty="0">
              <a:solidFill>
                <a:srgbClr val="082D6E"/>
              </a:solidFill>
            </a:endParaRPr>
          </a:p>
        </p:txBody>
      </p:sp>
      <p:sp>
        <p:nvSpPr>
          <p:cNvPr id="4" name="직사각형 3">
            <a:extLst>
              <a:ext uri="{FF2B5EF4-FFF2-40B4-BE49-F238E27FC236}">
                <a16:creationId xmlns:a16="http://schemas.microsoft.com/office/drawing/2014/main" id="{41565AFD-3139-4948-A225-876E3F60771F}"/>
              </a:ext>
            </a:extLst>
          </p:cNvPr>
          <p:cNvSpPr/>
          <p:nvPr/>
        </p:nvSpPr>
        <p:spPr>
          <a:xfrm>
            <a:off x="1793397" y="3871831"/>
            <a:ext cx="3763699" cy="461665"/>
          </a:xfrm>
          <a:prstGeom prst="rect">
            <a:avLst/>
          </a:prstGeom>
        </p:spPr>
        <p:txBody>
          <a:bodyPr wrap="square">
            <a:spAutoFit/>
          </a:bodyPr>
          <a:lstStyle/>
          <a:p>
            <a:pPr algn="ctr"/>
            <a:r>
              <a:rPr lang="en-US" altLang="ko-KR" sz="2400" dirty="0">
                <a:solidFill>
                  <a:srgbClr val="082D6E"/>
                </a:solidFill>
                <a:latin typeface="+mj-lt"/>
              </a:rPr>
              <a:t>Lorem ipsum</a:t>
            </a:r>
            <a:endParaRPr lang="ko-KR" altLang="en-US" sz="2400" dirty="0">
              <a:solidFill>
                <a:srgbClr val="082D6E"/>
              </a:solidFill>
              <a:latin typeface="+mj-lt"/>
            </a:endParaRPr>
          </a:p>
        </p:txBody>
      </p:sp>
      <p:sp>
        <p:nvSpPr>
          <p:cNvPr id="12" name="타원 11">
            <a:extLst>
              <a:ext uri="{FF2B5EF4-FFF2-40B4-BE49-F238E27FC236}">
                <a16:creationId xmlns:a16="http://schemas.microsoft.com/office/drawing/2014/main" id="{FB497683-9474-4304-AF5D-A4B43FDA2204}"/>
              </a:ext>
            </a:extLst>
          </p:cNvPr>
          <p:cNvSpPr/>
          <p:nvPr/>
        </p:nvSpPr>
        <p:spPr>
          <a:xfrm>
            <a:off x="7870257" y="2408653"/>
            <a:ext cx="1292994" cy="1292994"/>
          </a:xfrm>
          <a:prstGeom prst="ellipse">
            <a:avLst/>
          </a:prstGeom>
          <a:solidFill>
            <a:srgbClr val="FFE95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rgbClr val="082D6E"/>
              </a:solidFill>
              <a:latin typeface="+mj-lt"/>
            </a:endParaRPr>
          </a:p>
        </p:txBody>
      </p:sp>
      <p:sp>
        <p:nvSpPr>
          <p:cNvPr id="13" name="TextBox 12">
            <a:extLst>
              <a:ext uri="{FF2B5EF4-FFF2-40B4-BE49-F238E27FC236}">
                <a16:creationId xmlns:a16="http://schemas.microsoft.com/office/drawing/2014/main" id="{8D283ADE-6F31-41AC-85AB-F479B652DD6F}"/>
              </a:ext>
            </a:extLst>
          </p:cNvPr>
          <p:cNvSpPr txBox="1"/>
          <p:nvPr/>
        </p:nvSpPr>
        <p:spPr>
          <a:xfrm>
            <a:off x="6630818" y="4362792"/>
            <a:ext cx="3771871" cy="1077218"/>
          </a:xfrm>
          <a:prstGeom prst="rect">
            <a:avLst/>
          </a:prstGeom>
          <a:noFill/>
        </p:spPr>
        <p:txBody>
          <a:bodyPr wrap="square" rtlCol="0">
            <a:spAutoFit/>
          </a:bodyPr>
          <a:lstStyle/>
          <a:p>
            <a:pPr algn="ctr"/>
            <a:r>
              <a:rPr lang="en-US" altLang="ko-KR" sz="1600" dirty="0">
                <a:solidFill>
                  <a:srgbClr val="082D6E"/>
                </a:solidFill>
              </a:rPr>
              <a:t>Lorem ipsum dolor sit </a:t>
            </a:r>
            <a:r>
              <a:rPr lang="en-US" altLang="ko-KR" sz="1600" dirty="0" err="1">
                <a:solidFill>
                  <a:srgbClr val="082D6E"/>
                </a:solidFill>
              </a:rPr>
              <a:t>amet</a:t>
            </a:r>
            <a:r>
              <a:rPr lang="en-US" altLang="ko-KR" sz="1600" dirty="0">
                <a:solidFill>
                  <a:srgbClr val="082D6E"/>
                </a:solidFill>
              </a:rPr>
              <a:t>, </a:t>
            </a: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adipisicing</a:t>
            </a:r>
            <a:r>
              <a:rPr lang="en-US" altLang="ko-KR" sz="1600" dirty="0">
                <a:solidFill>
                  <a:srgbClr val="082D6E"/>
                </a:solidFill>
              </a:rPr>
              <a:t> </a:t>
            </a:r>
            <a:r>
              <a:rPr lang="en-US" altLang="ko-KR" sz="1600" dirty="0" err="1">
                <a:solidFill>
                  <a:srgbClr val="082D6E"/>
                </a:solidFill>
              </a:rPr>
              <a:t>elit</a:t>
            </a:r>
            <a:r>
              <a:rPr lang="en-US" altLang="ko-KR" sz="1600" dirty="0">
                <a:solidFill>
                  <a:srgbClr val="082D6E"/>
                </a:solidFill>
              </a:rPr>
              <a:t>, sed do </a:t>
            </a:r>
            <a:r>
              <a:rPr lang="en-US" altLang="ko-KR" sz="1600" dirty="0" err="1">
                <a:solidFill>
                  <a:srgbClr val="082D6E"/>
                </a:solidFill>
              </a:rPr>
              <a:t>eiusmod</a:t>
            </a:r>
            <a:r>
              <a:rPr lang="en-US" altLang="ko-KR" sz="1600" dirty="0">
                <a:solidFill>
                  <a:srgbClr val="082D6E"/>
                </a:solidFill>
              </a:rPr>
              <a:t> </a:t>
            </a:r>
            <a:r>
              <a:rPr lang="en-US" altLang="ko-KR" sz="1600" dirty="0" err="1">
                <a:solidFill>
                  <a:srgbClr val="082D6E"/>
                </a:solidFill>
              </a:rPr>
              <a:t>tempor</a:t>
            </a:r>
            <a:r>
              <a:rPr lang="en-US" altLang="ko-KR" sz="1600" dirty="0">
                <a:solidFill>
                  <a:srgbClr val="082D6E"/>
                </a:solidFill>
              </a:rPr>
              <a:t> </a:t>
            </a:r>
            <a:r>
              <a:rPr lang="en-US" altLang="ko-KR" sz="1600" dirty="0" err="1">
                <a:solidFill>
                  <a:srgbClr val="082D6E"/>
                </a:solidFill>
              </a:rPr>
              <a:t>incididunt</a:t>
            </a:r>
            <a:r>
              <a:rPr lang="en-US" altLang="ko-KR" sz="1600" dirty="0">
                <a:solidFill>
                  <a:srgbClr val="082D6E"/>
                </a:solidFill>
              </a:rPr>
              <a:t> </a:t>
            </a:r>
            <a:r>
              <a:rPr lang="en-US" altLang="ko-KR" sz="1600" dirty="0" err="1">
                <a:solidFill>
                  <a:srgbClr val="082D6E"/>
                </a:solidFill>
              </a:rPr>
              <a:t>ut</a:t>
            </a:r>
            <a:r>
              <a:rPr lang="en-US" altLang="ko-KR" sz="1600" dirty="0">
                <a:solidFill>
                  <a:srgbClr val="082D6E"/>
                </a:solidFill>
              </a:rPr>
              <a:t> </a:t>
            </a:r>
            <a:r>
              <a:rPr lang="en-US" altLang="ko-KR" sz="1600" dirty="0" err="1">
                <a:solidFill>
                  <a:srgbClr val="082D6E"/>
                </a:solidFill>
              </a:rPr>
              <a:t>labore</a:t>
            </a:r>
            <a:r>
              <a:rPr lang="en-US" altLang="ko-KR" sz="1600" dirty="0">
                <a:solidFill>
                  <a:srgbClr val="082D6E"/>
                </a:solidFill>
              </a:rPr>
              <a:t> et dolore magna </a:t>
            </a:r>
            <a:r>
              <a:rPr lang="en-US" altLang="ko-KR" sz="1600" dirty="0" err="1">
                <a:solidFill>
                  <a:srgbClr val="082D6E"/>
                </a:solidFill>
              </a:rPr>
              <a:t>aliqua</a:t>
            </a:r>
            <a:r>
              <a:rPr lang="en-US" altLang="ko-KR" sz="1600" dirty="0">
                <a:solidFill>
                  <a:srgbClr val="082D6E"/>
                </a:solidFill>
              </a:rPr>
              <a:t>.</a:t>
            </a:r>
            <a:endParaRPr lang="ko-KR" altLang="en-US" sz="1600" dirty="0">
              <a:solidFill>
                <a:srgbClr val="082D6E"/>
              </a:solidFill>
            </a:endParaRPr>
          </a:p>
        </p:txBody>
      </p:sp>
      <p:sp>
        <p:nvSpPr>
          <p:cNvPr id="14" name="직사각형 13">
            <a:extLst>
              <a:ext uri="{FF2B5EF4-FFF2-40B4-BE49-F238E27FC236}">
                <a16:creationId xmlns:a16="http://schemas.microsoft.com/office/drawing/2014/main" id="{FDAA9A73-1539-41D8-84B9-CDA2D2623B2D}"/>
              </a:ext>
            </a:extLst>
          </p:cNvPr>
          <p:cNvSpPr/>
          <p:nvPr/>
        </p:nvSpPr>
        <p:spPr>
          <a:xfrm>
            <a:off x="6634904" y="3871831"/>
            <a:ext cx="3763699" cy="461665"/>
          </a:xfrm>
          <a:prstGeom prst="rect">
            <a:avLst/>
          </a:prstGeom>
        </p:spPr>
        <p:txBody>
          <a:bodyPr wrap="square">
            <a:spAutoFit/>
          </a:bodyPr>
          <a:lstStyle/>
          <a:p>
            <a:pPr algn="ctr"/>
            <a:r>
              <a:rPr lang="en-US" altLang="ko-KR" sz="2400" dirty="0">
                <a:solidFill>
                  <a:srgbClr val="082D6E"/>
                </a:solidFill>
                <a:latin typeface="+mj-lt"/>
              </a:rPr>
              <a:t>Lorem ipsum</a:t>
            </a:r>
            <a:endParaRPr lang="ko-KR" altLang="en-US" sz="2400" dirty="0">
              <a:solidFill>
                <a:srgbClr val="082D6E"/>
              </a:solidFill>
              <a:latin typeface="+mj-lt"/>
            </a:endParaRPr>
          </a:p>
        </p:txBody>
      </p:sp>
      <p:pic>
        <p:nvPicPr>
          <p:cNvPr id="9" name="그림 8">
            <a:extLst>
              <a:ext uri="{FF2B5EF4-FFF2-40B4-BE49-F238E27FC236}">
                <a16:creationId xmlns:a16="http://schemas.microsoft.com/office/drawing/2014/main" id="{E0B79DB1-B97A-48F1-83C6-667050EE6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977" y="2684925"/>
            <a:ext cx="888540" cy="740450"/>
          </a:xfrm>
          <a:prstGeom prst="rect">
            <a:avLst/>
          </a:prstGeom>
        </p:spPr>
      </p:pic>
      <p:pic>
        <p:nvPicPr>
          <p:cNvPr id="10" name="그림 9">
            <a:extLst>
              <a:ext uri="{FF2B5EF4-FFF2-40B4-BE49-F238E27FC236}">
                <a16:creationId xmlns:a16="http://schemas.microsoft.com/office/drawing/2014/main" id="{7145C35B-6D37-44BD-BFA0-BDF8DCA672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2484" y="2647903"/>
            <a:ext cx="888540" cy="814495"/>
          </a:xfrm>
          <a:prstGeom prst="rect">
            <a:avLst/>
          </a:prstGeom>
        </p:spPr>
      </p:pic>
    </p:spTree>
    <p:extLst>
      <p:ext uri="{BB962C8B-B14F-4D97-AF65-F5344CB8AC3E}">
        <p14:creationId xmlns:p14="http://schemas.microsoft.com/office/powerpoint/2010/main" val="4205335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직선 연결선 63">
            <a:extLst>
              <a:ext uri="{FF2B5EF4-FFF2-40B4-BE49-F238E27FC236}">
                <a16:creationId xmlns:a16="http://schemas.microsoft.com/office/drawing/2014/main" id="{00F28881-81D1-4F0B-A3C1-C898F9EE30B8}"/>
              </a:ext>
            </a:extLst>
          </p:cNvPr>
          <p:cNvCxnSpPr>
            <a:cxnSpLocks/>
          </p:cNvCxnSpPr>
          <p:nvPr/>
        </p:nvCxnSpPr>
        <p:spPr>
          <a:xfrm>
            <a:off x="0" y="3429000"/>
            <a:ext cx="12192000" cy="0"/>
          </a:xfrm>
          <a:prstGeom prst="line">
            <a:avLst/>
          </a:prstGeom>
          <a:noFill/>
          <a:ln w="12700" cap="flat">
            <a:solidFill>
              <a:srgbClr val="082D6E"/>
            </a:solidFill>
            <a:prstDash val="solid"/>
            <a:miter/>
          </a:ln>
        </p:spPr>
      </p:cxnSp>
      <p:sp>
        <p:nvSpPr>
          <p:cNvPr id="63" name="TextBox 62">
            <a:extLst>
              <a:ext uri="{FF2B5EF4-FFF2-40B4-BE49-F238E27FC236}">
                <a16:creationId xmlns:a16="http://schemas.microsoft.com/office/drawing/2014/main" id="{DB285F6D-0F66-4B9D-B11A-D0F7A4FBC2FD}"/>
              </a:ext>
            </a:extLst>
          </p:cNvPr>
          <p:cNvSpPr txBox="1"/>
          <p:nvPr/>
        </p:nvSpPr>
        <p:spPr>
          <a:xfrm>
            <a:off x="1283368" y="1329775"/>
            <a:ext cx="3957293" cy="769441"/>
          </a:xfrm>
          <a:prstGeom prst="rect">
            <a:avLst/>
          </a:prstGeom>
          <a:noFill/>
        </p:spPr>
        <p:txBody>
          <a:bodyPr wrap="square" rtlCol="0">
            <a:spAutoFit/>
          </a:bodyPr>
          <a:lstStyle>
            <a:defPPr>
              <a:defRPr lang="ko-KR"/>
            </a:defPPr>
            <a:lvl1pPr algn="ctr">
              <a:defRPr sz="3200">
                <a:solidFill>
                  <a:srgbClr val="827775"/>
                </a:solidFill>
                <a:latin typeface="+mj-lt"/>
                <a:cs typeface="Arial" panose="020B0604020202020204" pitchFamily="34" charset="0"/>
              </a:defRPr>
            </a:lvl1pPr>
          </a:lstStyle>
          <a:p>
            <a:pPr algn="l"/>
            <a:r>
              <a:rPr lang="en-US" altLang="ko-KR" sz="4400">
                <a:solidFill>
                  <a:srgbClr val="082D6E"/>
                </a:solidFill>
              </a:rPr>
              <a:t>Blog Statistic</a:t>
            </a:r>
            <a:endParaRPr lang="ko-KR" altLang="en-US" sz="4400" dirty="0">
              <a:solidFill>
                <a:srgbClr val="082D6E"/>
              </a:solidFill>
            </a:endParaRPr>
          </a:p>
        </p:txBody>
      </p:sp>
      <p:sp>
        <p:nvSpPr>
          <p:cNvPr id="65" name="TextBox 64">
            <a:extLst>
              <a:ext uri="{FF2B5EF4-FFF2-40B4-BE49-F238E27FC236}">
                <a16:creationId xmlns:a16="http://schemas.microsoft.com/office/drawing/2014/main" id="{FC429E2A-D149-4D33-9E81-38328DB67DDF}"/>
              </a:ext>
            </a:extLst>
          </p:cNvPr>
          <p:cNvSpPr txBox="1"/>
          <p:nvPr/>
        </p:nvSpPr>
        <p:spPr>
          <a:xfrm>
            <a:off x="5240662" y="1329775"/>
            <a:ext cx="5667970" cy="1200329"/>
          </a:xfrm>
          <a:prstGeom prst="rect">
            <a:avLst/>
          </a:prstGeom>
          <a:noFill/>
        </p:spPr>
        <p:txBody>
          <a:bodyPr wrap="square" rtlCol="0">
            <a:spAutoFit/>
          </a:bodyPr>
          <a:lstStyle/>
          <a:p>
            <a:r>
              <a:rPr lang="en-US" altLang="ko-KR" sz="1200">
                <a:solidFill>
                  <a:srgbClr val="082D6E"/>
                </a:solidFill>
              </a:rPr>
              <a:t>Lorem ipsum dolor sit amet, consectetur adipiscing elit, sed do eiusmod tempor incididunt ut labore et dolore magna aliqua. </a:t>
            </a:r>
          </a:p>
          <a:p>
            <a:r>
              <a:rPr lang="en-US" altLang="ko-KR" sz="1200">
                <a:solidFill>
                  <a:srgbClr val="082D6E"/>
                </a:solidFill>
              </a:rPr>
              <a:t>Ut enim ad minim veniam, quis nostrud exercitation ullamco laboris nisi ut aliquip ex ea commodo consequat. Duis aute irure dolor in reprehenderit in voluptate velit esse cillum dolore eu fugiat nulla pariatur. </a:t>
            </a:r>
            <a:endParaRPr lang="en-US" altLang="ko-KR" sz="1200" dirty="0">
              <a:solidFill>
                <a:srgbClr val="082D6E"/>
              </a:solidFill>
            </a:endParaRPr>
          </a:p>
        </p:txBody>
      </p:sp>
      <p:sp>
        <p:nvSpPr>
          <p:cNvPr id="66" name="TextBox 65">
            <a:extLst>
              <a:ext uri="{FF2B5EF4-FFF2-40B4-BE49-F238E27FC236}">
                <a16:creationId xmlns:a16="http://schemas.microsoft.com/office/drawing/2014/main" id="{60C4F8F4-F83E-458E-AE66-D56C7F8F42F1}"/>
              </a:ext>
            </a:extLst>
          </p:cNvPr>
          <p:cNvSpPr txBox="1"/>
          <p:nvPr/>
        </p:nvSpPr>
        <p:spPr>
          <a:xfrm>
            <a:off x="1198260" y="4494977"/>
            <a:ext cx="2247584" cy="769441"/>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pPr algn="ctr"/>
            <a:r>
              <a:rPr lang="en-US" altLang="ko-KR" sz="4400" b="0">
                <a:solidFill>
                  <a:srgbClr val="082D6E"/>
                </a:solidFill>
              </a:rPr>
              <a:t>1.754</a:t>
            </a:r>
            <a:endParaRPr lang="en-US" altLang="ko-KR" sz="4400" b="0" dirty="0">
              <a:solidFill>
                <a:srgbClr val="082D6E"/>
              </a:solidFill>
            </a:endParaRPr>
          </a:p>
        </p:txBody>
      </p:sp>
      <p:sp>
        <p:nvSpPr>
          <p:cNvPr id="67" name="TextBox 66">
            <a:extLst>
              <a:ext uri="{FF2B5EF4-FFF2-40B4-BE49-F238E27FC236}">
                <a16:creationId xmlns:a16="http://schemas.microsoft.com/office/drawing/2014/main" id="{970C95D3-8AED-4AF5-AD81-15A30985DD27}"/>
              </a:ext>
            </a:extLst>
          </p:cNvPr>
          <p:cNvSpPr txBox="1"/>
          <p:nvPr/>
        </p:nvSpPr>
        <p:spPr>
          <a:xfrm>
            <a:off x="1198260" y="5422698"/>
            <a:ext cx="2247584" cy="369332"/>
          </a:xfrm>
          <a:prstGeom prst="rect">
            <a:avLst/>
          </a:prstGeom>
          <a:noFill/>
        </p:spPr>
        <p:txBody>
          <a:bodyPr wrap="square" rtlCol="0">
            <a:spAutoFit/>
          </a:bodyPr>
          <a:lstStyle/>
          <a:p>
            <a:pPr algn="ctr"/>
            <a:r>
              <a:rPr lang="en-US" altLang="ko-KR">
                <a:solidFill>
                  <a:srgbClr val="082D6E"/>
                </a:solidFill>
              </a:rPr>
              <a:t>Followers</a:t>
            </a:r>
            <a:endParaRPr lang="en-US" altLang="ko-KR" dirty="0">
              <a:solidFill>
                <a:srgbClr val="082D6E"/>
              </a:solidFill>
            </a:endParaRPr>
          </a:p>
        </p:txBody>
      </p:sp>
      <p:sp>
        <p:nvSpPr>
          <p:cNvPr id="68" name="TextBox 67">
            <a:extLst>
              <a:ext uri="{FF2B5EF4-FFF2-40B4-BE49-F238E27FC236}">
                <a16:creationId xmlns:a16="http://schemas.microsoft.com/office/drawing/2014/main" id="{A16463B4-A207-4CD2-B164-FA58E0A8E39C}"/>
              </a:ext>
            </a:extLst>
          </p:cNvPr>
          <p:cNvSpPr txBox="1"/>
          <p:nvPr/>
        </p:nvSpPr>
        <p:spPr>
          <a:xfrm>
            <a:off x="3714225" y="4494977"/>
            <a:ext cx="2247584" cy="769441"/>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pPr algn="ctr"/>
            <a:r>
              <a:rPr lang="en-US" altLang="ko-KR" sz="4400" b="0">
                <a:solidFill>
                  <a:srgbClr val="082D6E"/>
                </a:solidFill>
              </a:rPr>
              <a:t>+248</a:t>
            </a:r>
            <a:endParaRPr lang="en-US" altLang="ko-KR" sz="4400" b="0" dirty="0">
              <a:solidFill>
                <a:srgbClr val="082D6E"/>
              </a:solidFill>
            </a:endParaRPr>
          </a:p>
        </p:txBody>
      </p:sp>
      <p:sp>
        <p:nvSpPr>
          <p:cNvPr id="69" name="TextBox 68">
            <a:extLst>
              <a:ext uri="{FF2B5EF4-FFF2-40B4-BE49-F238E27FC236}">
                <a16:creationId xmlns:a16="http://schemas.microsoft.com/office/drawing/2014/main" id="{A3F7E602-83CB-4C70-AAAE-BFCE78D6BC54}"/>
              </a:ext>
            </a:extLst>
          </p:cNvPr>
          <p:cNvSpPr txBox="1"/>
          <p:nvPr/>
        </p:nvSpPr>
        <p:spPr>
          <a:xfrm>
            <a:off x="3714225" y="5422698"/>
            <a:ext cx="2247584" cy="369332"/>
          </a:xfrm>
          <a:prstGeom prst="rect">
            <a:avLst/>
          </a:prstGeom>
          <a:noFill/>
        </p:spPr>
        <p:txBody>
          <a:bodyPr wrap="square" rtlCol="0">
            <a:spAutoFit/>
          </a:bodyPr>
          <a:lstStyle/>
          <a:p>
            <a:pPr algn="ctr"/>
            <a:r>
              <a:rPr lang="en-US" altLang="ko-KR">
                <a:solidFill>
                  <a:srgbClr val="082D6E"/>
                </a:solidFill>
              </a:rPr>
              <a:t>Product Design</a:t>
            </a:r>
            <a:endParaRPr lang="en-US" altLang="ko-KR" dirty="0">
              <a:solidFill>
                <a:srgbClr val="082D6E"/>
              </a:solidFill>
            </a:endParaRPr>
          </a:p>
        </p:txBody>
      </p:sp>
      <p:sp>
        <p:nvSpPr>
          <p:cNvPr id="70" name="TextBox 69">
            <a:extLst>
              <a:ext uri="{FF2B5EF4-FFF2-40B4-BE49-F238E27FC236}">
                <a16:creationId xmlns:a16="http://schemas.microsoft.com/office/drawing/2014/main" id="{FBF6DBF0-A029-431B-9BBE-CCEA8BA95D47}"/>
              </a:ext>
            </a:extLst>
          </p:cNvPr>
          <p:cNvSpPr txBox="1"/>
          <p:nvPr/>
        </p:nvSpPr>
        <p:spPr>
          <a:xfrm>
            <a:off x="6230190" y="4494977"/>
            <a:ext cx="2247584" cy="769441"/>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pPr algn="ctr"/>
            <a:r>
              <a:rPr lang="en-US" altLang="ko-KR" sz="4400" b="0">
                <a:solidFill>
                  <a:srgbClr val="082D6E"/>
                </a:solidFill>
              </a:rPr>
              <a:t>+327</a:t>
            </a:r>
            <a:endParaRPr lang="en-US" altLang="ko-KR" sz="4400" b="0" dirty="0">
              <a:solidFill>
                <a:srgbClr val="082D6E"/>
              </a:solidFill>
            </a:endParaRPr>
          </a:p>
        </p:txBody>
      </p:sp>
      <p:sp>
        <p:nvSpPr>
          <p:cNvPr id="71" name="TextBox 70">
            <a:extLst>
              <a:ext uri="{FF2B5EF4-FFF2-40B4-BE49-F238E27FC236}">
                <a16:creationId xmlns:a16="http://schemas.microsoft.com/office/drawing/2014/main" id="{D716A070-9EF3-4CDD-B313-046E294131A4}"/>
              </a:ext>
            </a:extLst>
          </p:cNvPr>
          <p:cNvSpPr txBox="1"/>
          <p:nvPr/>
        </p:nvSpPr>
        <p:spPr>
          <a:xfrm>
            <a:off x="6230190" y="5422698"/>
            <a:ext cx="2247584" cy="369332"/>
          </a:xfrm>
          <a:prstGeom prst="rect">
            <a:avLst/>
          </a:prstGeom>
          <a:noFill/>
        </p:spPr>
        <p:txBody>
          <a:bodyPr wrap="square" rtlCol="0">
            <a:spAutoFit/>
          </a:bodyPr>
          <a:lstStyle/>
          <a:p>
            <a:pPr algn="ctr"/>
            <a:r>
              <a:rPr lang="en-US" altLang="ko-KR">
                <a:solidFill>
                  <a:srgbClr val="082D6E"/>
                </a:solidFill>
              </a:rPr>
              <a:t>Sales</a:t>
            </a:r>
            <a:endParaRPr lang="en-US" altLang="ko-KR" dirty="0">
              <a:solidFill>
                <a:srgbClr val="082D6E"/>
              </a:solidFill>
            </a:endParaRPr>
          </a:p>
        </p:txBody>
      </p:sp>
      <p:sp>
        <p:nvSpPr>
          <p:cNvPr id="72" name="TextBox 71">
            <a:extLst>
              <a:ext uri="{FF2B5EF4-FFF2-40B4-BE49-F238E27FC236}">
                <a16:creationId xmlns:a16="http://schemas.microsoft.com/office/drawing/2014/main" id="{4868861B-0E78-4082-9F44-A141EEC0329B}"/>
              </a:ext>
            </a:extLst>
          </p:cNvPr>
          <p:cNvSpPr txBox="1"/>
          <p:nvPr/>
        </p:nvSpPr>
        <p:spPr>
          <a:xfrm>
            <a:off x="8746156" y="4494977"/>
            <a:ext cx="2247584" cy="769441"/>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pPr algn="ctr"/>
            <a:r>
              <a:rPr lang="en-US" altLang="ko-KR" sz="4400" b="0">
                <a:solidFill>
                  <a:srgbClr val="082D6E"/>
                </a:solidFill>
              </a:rPr>
              <a:t>29</a:t>
            </a:r>
            <a:endParaRPr lang="en-US" altLang="ko-KR" sz="4400" b="0" dirty="0">
              <a:solidFill>
                <a:srgbClr val="082D6E"/>
              </a:solidFill>
            </a:endParaRPr>
          </a:p>
        </p:txBody>
      </p:sp>
      <p:sp>
        <p:nvSpPr>
          <p:cNvPr id="73" name="TextBox 72">
            <a:extLst>
              <a:ext uri="{FF2B5EF4-FFF2-40B4-BE49-F238E27FC236}">
                <a16:creationId xmlns:a16="http://schemas.microsoft.com/office/drawing/2014/main" id="{F23FF213-83AE-4683-8FE6-0194324B8754}"/>
              </a:ext>
            </a:extLst>
          </p:cNvPr>
          <p:cNvSpPr txBox="1"/>
          <p:nvPr/>
        </p:nvSpPr>
        <p:spPr>
          <a:xfrm>
            <a:off x="8746156" y="5422698"/>
            <a:ext cx="2247584" cy="369332"/>
          </a:xfrm>
          <a:prstGeom prst="rect">
            <a:avLst/>
          </a:prstGeom>
          <a:noFill/>
        </p:spPr>
        <p:txBody>
          <a:bodyPr wrap="square" rtlCol="0">
            <a:spAutoFit/>
          </a:bodyPr>
          <a:lstStyle/>
          <a:p>
            <a:pPr algn="ctr"/>
            <a:r>
              <a:rPr lang="en-US" altLang="ko-KR">
                <a:solidFill>
                  <a:srgbClr val="082D6E"/>
                </a:solidFill>
              </a:rPr>
              <a:t>Job Event</a:t>
            </a:r>
            <a:endParaRPr lang="en-US" altLang="ko-KR" dirty="0">
              <a:solidFill>
                <a:srgbClr val="082D6E"/>
              </a:solidFill>
            </a:endParaRPr>
          </a:p>
        </p:txBody>
      </p:sp>
    </p:spTree>
    <p:extLst>
      <p:ext uri="{BB962C8B-B14F-4D97-AF65-F5344CB8AC3E}">
        <p14:creationId xmlns:p14="http://schemas.microsoft.com/office/powerpoint/2010/main" val="111354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120E9ED8-BBDD-47CC-8A08-C48E521A9744}"/>
              </a:ext>
            </a:extLst>
          </p:cNvPr>
          <p:cNvSpPr txBox="1"/>
          <p:nvPr/>
        </p:nvSpPr>
        <p:spPr>
          <a:xfrm>
            <a:off x="1382795" y="1123959"/>
            <a:ext cx="3295118" cy="769441"/>
          </a:xfrm>
          <a:prstGeom prst="rect">
            <a:avLst/>
          </a:prstGeom>
          <a:noFill/>
        </p:spPr>
        <p:txBody>
          <a:bodyPr wrap="square" rtlCol="0">
            <a:spAutoFit/>
          </a:bodyPr>
          <a:lstStyle>
            <a:defPPr>
              <a:defRPr lang="ko-KR"/>
            </a:defPPr>
            <a:lvl1pPr algn="ctr">
              <a:defRPr sz="3200">
                <a:solidFill>
                  <a:srgbClr val="827775"/>
                </a:solidFill>
                <a:latin typeface="+mj-lt"/>
                <a:cs typeface="Arial" panose="020B0604020202020204" pitchFamily="34" charset="0"/>
              </a:defRPr>
            </a:lvl1pPr>
          </a:lstStyle>
          <a:p>
            <a:pPr algn="l"/>
            <a:r>
              <a:rPr lang="en-US" altLang="ko-KR" sz="4400" dirty="0">
                <a:solidFill>
                  <a:srgbClr val="082D6E"/>
                </a:solidFill>
              </a:rPr>
              <a:t>Vision</a:t>
            </a:r>
            <a:endParaRPr lang="ko-KR" altLang="en-US" sz="4400" dirty="0">
              <a:solidFill>
                <a:srgbClr val="082D6E"/>
              </a:solidFill>
            </a:endParaRPr>
          </a:p>
        </p:txBody>
      </p:sp>
      <p:sp>
        <p:nvSpPr>
          <p:cNvPr id="19" name="TextBox 18">
            <a:extLst>
              <a:ext uri="{FF2B5EF4-FFF2-40B4-BE49-F238E27FC236}">
                <a16:creationId xmlns:a16="http://schemas.microsoft.com/office/drawing/2014/main" id="{27F04EE0-3AA9-4ECA-BFF1-C181D3DCE674}"/>
              </a:ext>
            </a:extLst>
          </p:cNvPr>
          <p:cNvSpPr txBox="1"/>
          <p:nvPr/>
        </p:nvSpPr>
        <p:spPr>
          <a:xfrm>
            <a:off x="4809203" y="1123959"/>
            <a:ext cx="6000003" cy="1200329"/>
          </a:xfrm>
          <a:prstGeom prst="rect">
            <a:avLst/>
          </a:prstGeom>
          <a:noFill/>
        </p:spPr>
        <p:txBody>
          <a:bodyPr wrap="square" rtlCol="0">
            <a:spAutoFit/>
          </a:bodyPr>
          <a:lstStyle/>
          <a:p>
            <a:pPr marL="171450" indent="-171450">
              <a:buFont typeface="Arial" panose="020B0604020202020204" pitchFamily="34" charset="0"/>
              <a:buChar char="•"/>
            </a:pPr>
            <a:r>
              <a:rPr lang="en-US" altLang="ko-KR" sz="1200" dirty="0">
                <a:solidFill>
                  <a:srgbClr val="082D6E"/>
                </a:solidFill>
              </a:rPr>
              <a:t>Lorem ipsum dolor sit </a:t>
            </a:r>
            <a:r>
              <a:rPr lang="en-US" altLang="ko-KR" sz="1200" dirty="0" err="1">
                <a:solidFill>
                  <a:srgbClr val="082D6E"/>
                </a:solidFill>
              </a:rPr>
              <a:t>amet</a:t>
            </a:r>
            <a:r>
              <a:rPr lang="en-US" altLang="ko-KR" sz="1200" dirty="0">
                <a:solidFill>
                  <a:srgbClr val="082D6E"/>
                </a:solidFill>
              </a:rPr>
              <a:t>, </a:t>
            </a:r>
            <a:r>
              <a:rPr lang="en-US" altLang="ko-KR" sz="1200" dirty="0" err="1">
                <a:solidFill>
                  <a:srgbClr val="082D6E"/>
                </a:solidFill>
              </a:rPr>
              <a:t>consectetur</a:t>
            </a:r>
            <a:r>
              <a:rPr lang="en-US" altLang="ko-KR" sz="1200" dirty="0">
                <a:solidFill>
                  <a:srgbClr val="082D6E"/>
                </a:solidFill>
              </a:rPr>
              <a:t> </a:t>
            </a:r>
            <a:r>
              <a:rPr lang="en-US" altLang="ko-KR" sz="1200" dirty="0" err="1">
                <a:solidFill>
                  <a:srgbClr val="082D6E"/>
                </a:solidFill>
              </a:rPr>
              <a:t>adipiscing</a:t>
            </a:r>
            <a:r>
              <a:rPr lang="en-US" altLang="ko-KR" sz="1200" dirty="0">
                <a:solidFill>
                  <a:srgbClr val="082D6E"/>
                </a:solidFill>
              </a:rPr>
              <a:t> </a:t>
            </a:r>
            <a:r>
              <a:rPr lang="en-US" altLang="ko-KR" sz="1200" dirty="0" err="1">
                <a:solidFill>
                  <a:srgbClr val="082D6E"/>
                </a:solidFill>
              </a:rPr>
              <a:t>elit</a:t>
            </a:r>
            <a:r>
              <a:rPr lang="en-US" altLang="ko-KR" sz="1200" dirty="0">
                <a:solidFill>
                  <a:srgbClr val="082D6E"/>
                </a:solidFill>
              </a:rPr>
              <a:t>, sed do </a:t>
            </a:r>
            <a:r>
              <a:rPr lang="en-US" altLang="ko-KR" sz="1200" dirty="0" err="1">
                <a:solidFill>
                  <a:srgbClr val="082D6E"/>
                </a:solidFill>
              </a:rPr>
              <a:t>eiusmod</a:t>
            </a:r>
            <a:r>
              <a:rPr lang="en-US" altLang="ko-KR" sz="1200" dirty="0">
                <a:solidFill>
                  <a:srgbClr val="082D6E"/>
                </a:solidFill>
              </a:rPr>
              <a:t> </a:t>
            </a:r>
            <a:r>
              <a:rPr lang="en-US" altLang="ko-KR" sz="1200" dirty="0" err="1">
                <a:solidFill>
                  <a:srgbClr val="082D6E"/>
                </a:solidFill>
              </a:rPr>
              <a:t>tempor</a:t>
            </a:r>
            <a:r>
              <a:rPr lang="en-US" altLang="ko-KR" sz="1200" dirty="0">
                <a:solidFill>
                  <a:srgbClr val="082D6E"/>
                </a:solidFill>
              </a:rPr>
              <a:t> </a:t>
            </a:r>
            <a:r>
              <a:rPr lang="en-US" altLang="ko-KR" sz="1200" dirty="0" err="1">
                <a:solidFill>
                  <a:srgbClr val="082D6E"/>
                </a:solidFill>
              </a:rPr>
              <a:t>incididunt</a:t>
            </a:r>
            <a:r>
              <a:rPr lang="en-US" altLang="ko-KR" sz="1200" dirty="0">
                <a:solidFill>
                  <a:srgbClr val="082D6E"/>
                </a:solidFill>
              </a:rPr>
              <a:t>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labore</a:t>
            </a:r>
            <a:r>
              <a:rPr lang="en-US" altLang="ko-KR" sz="1200" dirty="0">
                <a:solidFill>
                  <a:srgbClr val="082D6E"/>
                </a:solidFill>
              </a:rPr>
              <a:t> et dolore magna </a:t>
            </a:r>
            <a:r>
              <a:rPr lang="en-US" altLang="ko-KR" sz="1200" dirty="0" err="1">
                <a:solidFill>
                  <a:srgbClr val="082D6E"/>
                </a:solidFill>
              </a:rPr>
              <a:t>aliqua</a:t>
            </a:r>
            <a:r>
              <a:rPr lang="en-US" altLang="ko-KR" sz="1200" dirty="0">
                <a:solidFill>
                  <a:srgbClr val="082D6E"/>
                </a:solidFill>
              </a:rPr>
              <a:t>. </a:t>
            </a:r>
          </a:p>
          <a:p>
            <a:pPr marL="171450" indent="-171450">
              <a:buFont typeface="Arial" panose="020B0604020202020204" pitchFamily="34" charset="0"/>
              <a:buChar char="•"/>
            </a:pPr>
            <a:endParaRPr lang="en-US" altLang="ko-KR" sz="1200" dirty="0">
              <a:solidFill>
                <a:srgbClr val="082D6E"/>
              </a:solidFill>
            </a:endParaRPr>
          </a:p>
          <a:p>
            <a:pPr marL="171450" indent="-171450">
              <a:buFont typeface="Arial" panose="020B0604020202020204" pitchFamily="34" charset="0"/>
              <a:buChar char="•"/>
            </a:pPr>
            <a:r>
              <a:rPr lang="en-US" altLang="ko-KR" sz="1200" dirty="0">
                <a:solidFill>
                  <a:srgbClr val="082D6E"/>
                </a:solidFill>
              </a:rPr>
              <a:t>Ut </a:t>
            </a:r>
            <a:r>
              <a:rPr lang="en-US" altLang="ko-KR" sz="1200" dirty="0" err="1">
                <a:solidFill>
                  <a:srgbClr val="082D6E"/>
                </a:solidFill>
              </a:rPr>
              <a:t>enim</a:t>
            </a:r>
            <a:r>
              <a:rPr lang="en-US" altLang="ko-KR" sz="1200" dirty="0">
                <a:solidFill>
                  <a:srgbClr val="082D6E"/>
                </a:solidFill>
              </a:rPr>
              <a:t> ad minim </a:t>
            </a:r>
            <a:r>
              <a:rPr lang="en-US" altLang="ko-KR" sz="1200" dirty="0" err="1">
                <a:solidFill>
                  <a:srgbClr val="082D6E"/>
                </a:solidFill>
              </a:rPr>
              <a:t>veniam</a:t>
            </a:r>
            <a:r>
              <a:rPr lang="en-US" altLang="ko-KR" sz="1200" dirty="0">
                <a:solidFill>
                  <a:srgbClr val="082D6E"/>
                </a:solidFill>
              </a:rPr>
              <a:t>, </a:t>
            </a:r>
            <a:r>
              <a:rPr lang="en-US" altLang="ko-KR" sz="1200" dirty="0" err="1">
                <a:solidFill>
                  <a:srgbClr val="082D6E"/>
                </a:solidFill>
              </a:rPr>
              <a:t>quis</a:t>
            </a:r>
            <a:r>
              <a:rPr lang="en-US" altLang="ko-KR" sz="1200" dirty="0">
                <a:solidFill>
                  <a:srgbClr val="082D6E"/>
                </a:solidFill>
              </a:rPr>
              <a:t> </a:t>
            </a:r>
            <a:r>
              <a:rPr lang="en-US" altLang="ko-KR" sz="1200" dirty="0" err="1">
                <a:solidFill>
                  <a:srgbClr val="082D6E"/>
                </a:solidFill>
              </a:rPr>
              <a:t>nostrud</a:t>
            </a:r>
            <a:r>
              <a:rPr lang="en-US" altLang="ko-KR" sz="1200" dirty="0">
                <a:solidFill>
                  <a:srgbClr val="082D6E"/>
                </a:solidFill>
              </a:rPr>
              <a:t> exercitation </a:t>
            </a:r>
            <a:r>
              <a:rPr lang="en-US" altLang="ko-KR" sz="1200" dirty="0" err="1">
                <a:solidFill>
                  <a:srgbClr val="082D6E"/>
                </a:solidFill>
              </a:rPr>
              <a:t>ullamco</a:t>
            </a:r>
            <a:r>
              <a:rPr lang="en-US" altLang="ko-KR" sz="1200" dirty="0">
                <a:solidFill>
                  <a:srgbClr val="082D6E"/>
                </a:solidFill>
              </a:rPr>
              <a:t> </a:t>
            </a:r>
            <a:r>
              <a:rPr lang="en-US" altLang="ko-KR" sz="1200" dirty="0" err="1">
                <a:solidFill>
                  <a:srgbClr val="082D6E"/>
                </a:solidFill>
              </a:rPr>
              <a:t>laboris</a:t>
            </a:r>
            <a:r>
              <a:rPr lang="en-US" altLang="ko-KR" sz="1200" dirty="0">
                <a:solidFill>
                  <a:srgbClr val="082D6E"/>
                </a:solidFill>
              </a:rPr>
              <a:t> nisi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aliquip</a:t>
            </a:r>
            <a:r>
              <a:rPr lang="en-US" altLang="ko-KR" sz="1200" dirty="0">
                <a:solidFill>
                  <a:srgbClr val="082D6E"/>
                </a:solidFill>
              </a:rPr>
              <a:t> ex </a:t>
            </a:r>
            <a:r>
              <a:rPr lang="en-US" altLang="ko-KR" sz="1200" dirty="0" err="1">
                <a:solidFill>
                  <a:srgbClr val="082D6E"/>
                </a:solidFill>
              </a:rPr>
              <a:t>ea</a:t>
            </a:r>
            <a:r>
              <a:rPr lang="en-US" altLang="ko-KR" sz="1200" dirty="0">
                <a:solidFill>
                  <a:srgbClr val="082D6E"/>
                </a:solidFill>
              </a:rPr>
              <a:t> </a:t>
            </a:r>
            <a:r>
              <a:rPr lang="en-US" altLang="ko-KR" sz="1200" dirty="0" err="1">
                <a:solidFill>
                  <a:srgbClr val="082D6E"/>
                </a:solidFill>
              </a:rPr>
              <a:t>commodo</a:t>
            </a:r>
            <a:r>
              <a:rPr lang="en-US" altLang="ko-KR" sz="1200" dirty="0">
                <a:solidFill>
                  <a:srgbClr val="082D6E"/>
                </a:solidFill>
              </a:rPr>
              <a:t> </a:t>
            </a:r>
            <a:r>
              <a:rPr lang="en-US" altLang="ko-KR" sz="1200" dirty="0" err="1">
                <a:solidFill>
                  <a:srgbClr val="082D6E"/>
                </a:solidFill>
              </a:rPr>
              <a:t>consequat</a:t>
            </a:r>
            <a:r>
              <a:rPr lang="en-US" altLang="ko-KR" sz="1200" dirty="0">
                <a:solidFill>
                  <a:srgbClr val="082D6E"/>
                </a:solidFill>
              </a:rPr>
              <a:t>. Duis </a:t>
            </a:r>
            <a:r>
              <a:rPr lang="en-US" altLang="ko-KR" sz="1200" dirty="0" err="1">
                <a:solidFill>
                  <a:srgbClr val="082D6E"/>
                </a:solidFill>
              </a:rPr>
              <a:t>aute</a:t>
            </a:r>
            <a:r>
              <a:rPr lang="en-US" altLang="ko-KR" sz="1200" dirty="0">
                <a:solidFill>
                  <a:srgbClr val="082D6E"/>
                </a:solidFill>
              </a:rPr>
              <a:t> </a:t>
            </a:r>
            <a:r>
              <a:rPr lang="en-US" altLang="ko-KR" sz="1200" dirty="0" err="1">
                <a:solidFill>
                  <a:srgbClr val="082D6E"/>
                </a:solidFill>
              </a:rPr>
              <a:t>irure</a:t>
            </a:r>
            <a:r>
              <a:rPr lang="en-US" altLang="ko-KR" sz="1200" dirty="0">
                <a:solidFill>
                  <a:srgbClr val="082D6E"/>
                </a:solidFill>
              </a:rPr>
              <a:t> dolor in </a:t>
            </a:r>
            <a:r>
              <a:rPr lang="en-US" altLang="ko-KR" sz="1200" dirty="0" err="1">
                <a:solidFill>
                  <a:srgbClr val="082D6E"/>
                </a:solidFill>
              </a:rPr>
              <a:t>reprehenderit</a:t>
            </a:r>
            <a:r>
              <a:rPr lang="en-US" altLang="ko-KR" sz="1200" dirty="0">
                <a:solidFill>
                  <a:srgbClr val="082D6E"/>
                </a:solidFill>
              </a:rPr>
              <a:t> in </a:t>
            </a:r>
            <a:r>
              <a:rPr lang="en-US" altLang="ko-KR" sz="1200" dirty="0" err="1">
                <a:solidFill>
                  <a:srgbClr val="082D6E"/>
                </a:solidFill>
              </a:rPr>
              <a:t>voluptate</a:t>
            </a:r>
            <a:r>
              <a:rPr lang="en-US" altLang="ko-KR" sz="1200" dirty="0">
                <a:solidFill>
                  <a:srgbClr val="082D6E"/>
                </a:solidFill>
              </a:rPr>
              <a:t> </a:t>
            </a:r>
            <a:r>
              <a:rPr lang="en-US" altLang="ko-KR" sz="1200" dirty="0" err="1">
                <a:solidFill>
                  <a:srgbClr val="082D6E"/>
                </a:solidFill>
              </a:rPr>
              <a:t>velit</a:t>
            </a:r>
            <a:r>
              <a:rPr lang="en-US" altLang="ko-KR" sz="1200" dirty="0">
                <a:solidFill>
                  <a:srgbClr val="082D6E"/>
                </a:solidFill>
              </a:rPr>
              <a:t> </a:t>
            </a:r>
            <a:r>
              <a:rPr lang="en-US" altLang="ko-KR" sz="1200" dirty="0" err="1">
                <a:solidFill>
                  <a:srgbClr val="082D6E"/>
                </a:solidFill>
              </a:rPr>
              <a:t>esse</a:t>
            </a:r>
            <a:r>
              <a:rPr lang="en-US" altLang="ko-KR" sz="1200" dirty="0">
                <a:solidFill>
                  <a:srgbClr val="082D6E"/>
                </a:solidFill>
              </a:rPr>
              <a:t> </a:t>
            </a:r>
            <a:r>
              <a:rPr lang="en-US" altLang="ko-KR" sz="1200" dirty="0" err="1">
                <a:solidFill>
                  <a:srgbClr val="082D6E"/>
                </a:solidFill>
              </a:rPr>
              <a:t>cillum</a:t>
            </a:r>
            <a:r>
              <a:rPr lang="en-US" altLang="ko-KR" sz="1200" dirty="0">
                <a:solidFill>
                  <a:srgbClr val="082D6E"/>
                </a:solidFill>
              </a:rPr>
              <a:t> dolore </a:t>
            </a:r>
            <a:r>
              <a:rPr lang="en-US" altLang="ko-KR" sz="1200" dirty="0" err="1">
                <a:solidFill>
                  <a:srgbClr val="082D6E"/>
                </a:solidFill>
              </a:rPr>
              <a:t>eu</a:t>
            </a:r>
            <a:r>
              <a:rPr lang="en-US" altLang="ko-KR" sz="1200" dirty="0">
                <a:solidFill>
                  <a:srgbClr val="082D6E"/>
                </a:solidFill>
              </a:rPr>
              <a:t> </a:t>
            </a:r>
            <a:r>
              <a:rPr lang="en-US" altLang="ko-KR" sz="1200" dirty="0" err="1">
                <a:solidFill>
                  <a:srgbClr val="082D6E"/>
                </a:solidFill>
              </a:rPr>
              <a:t>fugiat</a:t>
            </a:r>
            <a:r>
              <a:rPr lang="en-US" altLang="ko-KR" sz="1200" dirty="0">
                <a:solidFill>
                  <a:srgbClr val="082D6E"/>
                </a:solidFill>
              </a:rPr>
              <a:t> </a:t>
            </a:r>
            <a:r>
              <a:rPr lang="en-US" altLang="ko-KR" sz="1200" dirty="0" err="1">
                <a:solidFill>
                  <a:srgbClr val="082D6E"/>
                </a:solidFill>
              </a:rPr>
              <a:t>nulla</a:t>
            </a:r>
            <a:r>
              <a:rPr lang="en-US" altLang="ko-KR" sz="1200" dirty="0">
                <a:solidFill>
                  <a:srgbClr val="082D6E"/>
                </a:solidFill>
              </a:rPr>
              <a:t> </a:t>
            </a:r>
            <a:r>
              <a:rPr lang="en-US" altLang="ko-KR" sz="1200" dirty="0" err="1">
                <a:solidFill>
                  <a:srgbClr val="082D6E"/>
                </a:solidFill>
              </a:rPr>
              <a:t>pariatur</a:t>
            </a:r>
            <a:r>
              <a:rPr lang="en-US" altLang="ko-KR" sz="1200" dirty="0">
                <a:solidFill>
                  <a:srgbClr val="082D6E"/>
                </a:solidFill>
              </a:rPr>
              <a:t>. </a:t>
            </a:r>
          </a:p>
        </p:txBody>
      </p:sp>
      <p:sp>
        <p:nvSpPr>
          <p:cNvPr id="20" name="TextBox 19">
            <a:extLst>
              <a:ext uri="{FF2B5EF4-FFF2-40B4-BE49-F238E27FC236}">
                <a16:creationId xmlns:a16="http://schemas.microsoft.com/office/drawing/2014/main" id="{FF8F4821-FF9C-458F-9D4E-EFF3060A42F8}"/>
              </a:ext>
            </a:extLst>
          </p:cNvPr>
          <p:cNvSpPr txBox="1"/>
          <p:nvPr/>
        </p:nvSpPr>
        <p:spPr>
          <a:xfrm>
            <a:off x="1382795" y="4273832"/>
            <a:ext cx="3295118" cy="769441"/>
          </a:xfrm>
          <a:prstGeom prst="rect">
            <a:avLst/>
          </a:prstGeom>
          <a:noFill/>
        </p:spPr>
        <p:txBody>
          <a:bodyPr wrap="square" rtlCol="0">
            <a:spAutoFit/>
          </a:bodyPr>
          <a:lstStyle>
            <a:defPPr>
              <a:defRPr lang="ko-KR"/>
            </a:defPPr>
            <a:lvl1pPr algn="ctr">
              <a:defRPr sz="3200">
                <a:solidFill>
                  <a:srgbClr val="827775"/>
                </a:solidFill>
                <a:latin typeface="+mj-lt"/>
                <a:cs typeface="Arial" panose="020B0604020202020204" pitchFamily="34" charset="0"/>
              </a:defRPr>
            </a:lvl1pPr>
          </a:lstStyle>
          <a:p>
            <a:pPr algn="l"/>
            <a:r>
              <a:rPr lang="en-US" altLang="ko-KR" sz="4400" dirty="0">
                <a:solidFill>
                  <a:srgbClr val="082D6E"/>
                </a:solidFill>
              </a:rPr>
              <a:t>Mission</a:t>
            </a:r>
            <a:endParaRPr lang="ko-KR" altLang="en-US" sz="4400" dirty="0">
              <a:solidFill>
                <a:srgbClr val="082D6E"/>
              </a:solidFill>
            </a:endParaRPr>
          </a:p>
        </p:txBody>
      </p:sp>
      <p:sp>
        <p:nvSpPr>
          <p:cNvPr id="21" name="TextBox 20">
            <a:extLst>
              <a:ext uri="{FF2B5EF4-FFF2-40B4-BE49-F238E27FC236}">
                <a16:creationId xmlns:a16="http://schemas.microsoft.com/office/drawing/2014/main" id="{013C480B-75BE-486B-9141-C0180FE95CE8}"/>
              </a:ext>
            </a:extLst>
          </p:cNvPr>
          <p:cNvSpPr txBox="1"/>
          <p:nvPr/>
        </p:nvSpPr>
        <p:spPr>
          <a:xfrm>
            <a:off x="4809203" y="4273832"/>
            <a:ext cx="6000003" cy="1200329"/>
          </a:xfrm>
          <a:prstGeom prst="rect">
            <a:avLst/>
          </a:prstGeom>
          <a:noFill/>
        </p:spPr>
        <p:txBody>
          <a:bodyPr wrap="square" rtlCol="0">
            <a:spAutoFit/>
          </a:bodyPr>
          <a:lstStyle/>
          <a:p>
            <a:pPr marL="171450" indent="-171450">
              <a:buFont typeface="Arial" panose="020B0604020202020204" pitchFamily="34" charset="0"/>
              <a:buChar char="•"/>
            </a:pPr>
            <a:r>
              <a:rPr lang="en-US" altLang="ko-KR" sz="1200" dirty="0">
                <a:solidFill>
                  <a:srgbClr val="082D6E"/>
                </a:solidFill>
              </a:rPr>
              <a:t>Lorem ipsum dolor sit </a:t>
            </a:r>
            <a:r>
              <a:rPr lang="en-US" altLang="ko-KR" sz="1200" dirty="0" err="1">
                <a:solidFill>
                  <a:srgbClr val="082D6E"/>
                </a:solidFill>
              </a:rPr>
              <a:t>amet</a:t>
            </a:r>
            <a:r>
              <a:rPr lang="en-US" altLang="ko-KR" sz="1200" dirty="0">
                <a:solidFill>
                  <a:srgbClr val="082D6E"/>
                </a:solidFill>
              </a:rPr>
              <a:t>, </a:t>
            </a:r>
            <a:r>
              <a:rPr lang="en-US" altLang="ko-KR" sz="1200" dirty="0" err="1">
                <a:solidFill>
                  <a:srgbClr val="082D6E"/>
                </a:solidFill>
              </a:rPr>
              <a:t>consectetur</a:t>
            </a:r>
            <a:r>
              <a:rPr lang="en-US" altLang="ko-KR" sz="1200" dirty="0">
                <a:solidFill>
                  <a:srgbClr val="082D6E"/>
                </a:solidFill>
              </a:rPr>
              <a:t> </a:t>
            </a:r>
            <a:r>
              <a:rPr lang="en-US" altLang="ko-KR" sz="1200" dirty="0" err="1">
                <a:solidFill>
                  <a:srgbClr val="082D6E"/>
                </a:solidFill>
              </a:rPr>
              <a:t>adipiscing</a:t>
            </a:r>
            <a:r>
              <a:rPr lang="en-US" altLang="ko-KR" sz="1200" dirty="0">
                <a:solidFill>
                  <a:srgbClr val="082D6E"/>
                </a:solidFill>
              </a:rPr>
              <a:t> </a:t>
            </a:r>
            <a:r>
              <a:rPr lang="en-US" altLang="ko-KR" sz="1200" dirty="0" err="1">
                <a:solidFill>
                  <a:srgbClr val="082D6E"/>
                </a:solidFill>
              </a:rPr>
              <a:t>elit</a:t>
            </a:r>
            <a:r>
              <a:rPr lang="en-US" altLang="ko-KR" sz="1200" dirty="0">
                <a:solidFill>
                  <a:srgbClr val="082D6E"/>
                </a:solidFill>
              </a:rPr>
              <a:t>, sed do </a:t>
            </a:r>
            <a:r>
              <a:rPr lang="en-US" altLang="ko-KR" sz="1200" dirty="0" err="1">
                <a:solidFill>
                  <a:srgbClr val="082D6E"/>
                </a:solidFill>
              </a:rPr>
              <a:t>eiusmod</a:t>
            </a:r>
            <a:r>
              <a:rPr lang="en-US" altLang="ko-KR" sz="1200" dirty="0">
                <a:solidFill>
                  <a:srgbClr val="082D6E"/>
                </a:solidFill>
              </a:rPr>
              <a:t> </a:t>
            </a:r>
            <a:r>
              <a:rPr lang="en-US" altLang="ko-KR" sz="1200" dirty="0" err="1">
                <a:solidFill>
                  <a:srgbClr val="082D6E"/>
                </a:solidFill>
              </a:rPr>
              <a:t>tempor</a:t>
            </a:r>
            <a:r>
              <a:rPr lang="en-US" altLang="ko-KR" sz="1200" dirty="0">
                <a:solidFill>
                  <a:srgbClr val="082D6E"/>
                </a:solidFill>
              </a:rPr>
              <a:t> </a:t>
            </a:r>
            <a:r>
              <a:rPr lang="en-US" altLang="ko-KR" sz="1200" dirty="0" err="1">
                <a:solidFill>
                  <a:srgbClr val="082D6E"/>
                </a:solidFill>
              </a:rPr>
              <a:t>incididunt</a:t>
            </a:r>
            <a:r>
              <a:rPr lang="en-US" altLang="ko-KR" sz="1200" dirty="0">
                <a:solidFill>
                  <a:srgbClr val="082D6E"/>
                </a:solidFill>
              </a:rPr>
              <a:t>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labore</a:t>
            </a:r>
            <a:r>
              <a:rPr lang="en-US" altLang="ko-KR" sz="1200" dirty="0">
                <a:solidFill>
                  <a:srgbClr val="082D6E"/>
                </a:solidFill>
              </a:rPr>
              <a:t> et dolore magna </a:t>
            </a:r>
            <a:r>
              <a:rPr lang="en-US" altLang="ko-KR" sz="1200" dirty="0" err="1">
                <a:solidFill>
                  <a:srgbClr val="082D6E"/>
                </a:solidFill>
              </a:rPr>
              <a:t>aliqua</a:t>
            </a:r>
            <a:r>
              <a:rPr lang="en-US" altLang="ko-KR" sz="1200" dirty="0">
                <a:solidFill>
                  <a:srgbClr val="082D6E"/>
                </a:solidFill>
              </a:rPr>
              <a:t>. </a:t>
            </a:r>
          </a:p>
          <a:p>
            <a:pPr marL="171450" indent="-171450">
              <a:buFont typeface="Arial" panose="020B0604020202020204" pitchFamily="34" charset="0"/>
              <a:buChar char="•"/>
            </a:pPr>
            <a:endParaRPr lang="en-US" altLang="ko-KR" sz="1200" dirty="0">
              <a:solidFill>
                <a:srgbClr val="082D6E"/>
              </a:solidFill>
            </a:endParaRPr>
          </a:p>
          <a:p>
            <a:pPr marL="171450" indent="-171450">
              <a:buFont typeface="Arial" panose="020B0604020202020204" pitchFamily="34" charset="0"/>
              <a:buChar char="•"/>
            </a:pPr>
            <a:r>
              <a:rPr lang="en-US" altLang="ko-KR" sz="1200" dirty="0">
                <a:solidFill>
                  <a:srgbClr val="082D6E"/>
                </a:solidFill>
              </a:rPr>
              <a:t>Ut </a:t>
            </a:r>
            <a:r>
              <a:rPr lang="en-US" altLang="ko-KR" sz="1200" dirty="0" err="1">
                <a:solidFill>
                  <a:srgbClr val="082D6E"/>
                </a:solidFill>
              </a:rPr>
              <a:t>enim</a:t>
            </a:r>
            <a:r>
              <a:rPr lang="en-US" altLang="ko-KR" sz="1200" dirty="0">
                <a:solidFill>
                  <a:srgbClr val="082D6E"/>
                </a:solidFill>
              </a:rPr>
              <a:t> ad minim </a:t>
            </a:r>
            <a:r>
              <a:rPr lang="en-US" altLang="ko-KR" sz="1200" dirty="0" err="1">
                <a:solidFill>
                  <a:srgbClr val="082D6E"/>
                </a:solidFill>
              </a:rPr>
              <a:t>veniam</a:t>
            </a:r>
            <a:r>
              <a:rPr lang="en-US" altLang="ko-KR" sz="1200" dirty="0">
                <a:solidFill>
                  <a:srgbClr val="082D6E"/>
                </a:solidFill>
              </a:rPr>
              <a:t>, </a:t>
            </a:r>
            <a:r>
              <a:rPr lang="en-US" altLang="ko-KR" sz="1200" dirty="0" err="1">
                <a:solidFill>
                  <a:srgbClr val="082D6E"/>
                </a:solidFill>
              </a:rPr>
              <a:t>quis</a:t>
            </a:r>
            <a:r>
              <a:rPr lang="en-US" altLang="ko-KR" sz="1200" dirty="0">
                <a:solidFill>
                  <a:srgbClr val="082D6E"/>
                </a:solidFill>
              </a:rPr>
              <a:t> </a:t>
            </a:r>
            <a:r>
              <a:rPr lang="en-US" altLang="ko-KR" sz="1200" dirty="0" err="1">
                <a:solidFill>
                  <a:srgbClr val="082D6E"/>
                </a:solidFill>
              </a:rPr>
              <a:t>nostrud</a:t>
            </a:r>
            <a:r>
              <a:rPr lang="en-US" altLang="ko-KR" sz="1200" dirty="0">
                <a:solidFill>
                  <a:srgbClr val="082D6E"/>
                </a:solidFill>
              </a:rPr>
              <a:t> exercitation </a:t>
            </a:r>
            <a:r>
              <a:rPr lang="en-US" altLang="ko-KR" sz="1200" dirty="0" err="1">
                <a:solidFill>
                  <a:srgbClr val="082D6E"/>
                </a:solidFill>
              </a:rPr>
              <a:t>ullamco</a:t>
            </a:r>
            <a:r>
              <a:rPr lang="en-US" altLang="ko-KR" sz="1200" dirty="0">
                <a:solidFill>
                  <a:srgbClr val="082D6E"/>
                </a:solidFill>
              </a:rPr>
              <a:t> </a:t>
            </a:r>
            <a:r>
              <a:rPr lang="en-US" altLang="ko-KR" sz="1200" dirty="0" err="1">
                <a:solidFill>
                  <a:srgbClr val="082D6E"/>
                </a:solidFill>
              </a:rPr>
              <a:t>laboris</a:t>
            </a:r>
            <a:r>
              <a:rPr lang="en-US" altLang="ko-KR" sz="1200" dirty="0">
                <a:solidFill>
                  <a:srgbClr val="082D6E"/>
                </a:solidFill>
              </a:rPr>
              <a:t> nisi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aliquip</a:t>
            </a:r>
            <a:r>
              <a:rPr lang="en-US" altLang="ko-KR" sz="1200" dirty="0">
                <a:solidFill>
                  <a:srgbClr val="082D6E"/>
                </a:solidFill>
              </a:rPr>
              <a:t> ex </a:t>
            </a:r>
            <a:r>
              <a:rPr lang="en-US" altLang="ko-KR" sz="1200" dirty="0" err="1">
                <a:solidFill>
                  <a:srgbClr val="082D6E"/>
                </a:solidFill>
              </a:rPr>
              <a:t>ea</a:t>
            </a:r>
            <a:r>
              <a:rPr lang="en-US" altLang="ko-KR" sz="1200" dirty="0">
                <a:solidFill>
                  <a:srgbClr val="082D6E"/>
                </a:solidFill>
              </a:rPr>
              <a:t> </a:t>
            </a:r>
            <a:r>
              <a:rPr lang="en-US" altLang="ko-KR" sz="1200" dirty="0" err="1">
                <a:solidFill>
                  <a:srgbClr val="082D6E"/>
                </a:solidFill>
              </a:rPr>
              <a:t>commodo</a:t>
            </a:r>
            <a:r>
              <a:rPr lang="en-US" altLang="ko-KR" sz="1200" dirty="0">
                <a:solidFill>
                  <a:srgbClr val="082D6E"/>
                </a:solidFill>
              </a:rPr>
              <a:t> </a:t>
            </a:r>
            <a:r>
              <a:rPr lang="en-US" altLang="ko-KR" sz="1200" dirty="0" err="1">
                <a:solidFill>
                  <a:srgbClr val="082D6E"/>
                </a:solidFill>
              </a:rPr>
              <a:t>consequat</a:t>
            </a:r>
            <a:r>
              <a:rPr lang="en-US" altLang="ko-KR" sz="1200" dirty="0">
                <a:solidFill>
                  <a:srgbClr val="082D6E"/>
                </a:solidFill>
              </a:rPr>
              <a:t>. Duis </a:t>
            </a:r>
            <a:r>
              <a:rPr lang="en-US" altLang="ko-KR" sz="1200" dirty="0" err="1">
                <a:solidFill>
                  <a:srgbClr val="082D6E"/>
                </a:solidFill>
              </a:rPr>
              <a:t>aute</a:t>
            </a:r>
            <a:r>
              <a:rPr lang="en-US" altLang="ko-KR" sz="1200" dirty="0">
                <a:solidFill>
                  <a:srgbClr val="082D6E"/>
                </a:solidFill>
              </a:rPr>
              <a:t> </a:t>
            </a:r>
            <a:r>
              <a:rPr lang="en-US" altLang="ko-KR" sz="1200" dirty="0" err="1">
                <a:solidFill>
                  <a:srgbClr val="082D6E"/>
                </a:solidFill>
              </a:rPr>
              <a:t>irure</a:t>
            </a:r>
            <a:r>
              <a:rPr lang="en-US" altLang="ko-KR" sz="1200" dirty="0">
                <a:solidFill>
                  <a:srgbClr val="082D6E"/>
                </a:solidFill>
              </a:rPr>
              <a:t> dolor in </a:t>
            </a:r>
            <a:r>
              <a:rPr lang="en-US" altLang="ko-KR" sz="1200" dirty="0" err="1">
                <a:solidFill>
                  <a:srgbClr val="082D6E"/>
                </a:solidFill>
              </a:rPr>
              <a:t>reprehenderit</a:t>
            </a:r>
            <a:r>
              <a:rPr lang="en-US" altLang="ko-KR" sz="1200" dirty="0">
                <a:solidFill>
                  <a:srgbClr val="082D6E"/>
                </a:solidFill>
              </a:rPr>
              <a:t> in </a:t>
            </a:r>
            <a:r>
              <a:rPr lang="en-US" altLang="ko-KR" sz="1200" dirty="0" err="1">
                <a:solidFill>
                  <a:srgbClr val="082D6E"/>
                </a:solidFill>
              </a:rPr>
              <a:t>voluptate</a:t>
            </a:r>
            <a:r>
              <a:rPr lang="en-US" altLang="ko-KR" sz="1200" dirty="0">
                <a:solidFill>
                  <a:srgbClr val="082D6E"/>
                </a:solidFill>
              </a:rPr>
              <a:t> </a:t>
            </a:r>
            <a:r>
              <a:rPr lang="en-US" altLang="ko-KR" sz="1200" dirty="0" err="1">
                <a:solidFill>
                  <a:srgbClr val="082D6E"/>
                </a:solidFill>
              </a:rPr>
              <a:t>velit</a:t>
            </a:r>
            <a:r>
              <a:rPr lang="en-US" altLang="ko-KR" sz="1200" dirty="0">
                <a:solidFill>
                  <a:srgbClr val="082D6E"/>
                </a:solidFill>
              </a:rPr>
              <a:t> </a:t>
            </a:r>
            <a:r>
              <a:rPr lang="en-US" altLang="ko-KR" sz="1200" dirty="0" err="1">
                <a:solidFill>
                  <a:srgbClr val="082D6E"/>
                </a:solidFill>
              </a:rPr>
              <a:t>esse</a:t>
            </a:r>
            <a:r>
              <a:rPr lang="en-US" altLang="ko-KR" sz="1200" dirty="0">
                <a:solidFill>
                  <a:srgbClr val="082D6E"/>
                </a:solidFill>
              </a:rPr>
              <a:t> </a:t>
            </a:r>
            <a:r>
              <a:rPr lang="en-US" altLang="ko-KR" sz="1200" dirty="0" err="1">
                <a:solidFill>
                  <a:srgbClr val="082D6E"/>
                </a:solidFill>
              </a:rPr>
              <a:t>cillum</a:t>
            </a:r>
            <a:r>
              <a:rPr lang="en-US" altLang="ko-KR" sz="1200" dirty="0">
                <a:solidFill>
                  <a:srgbClr val="082D6E"/>
                </a:solidFill>
              </a:rPr>
              <a:t> dolore </a:t>
            </a:r>
            <a:r>
              <a:rPr lang="en-US" altLang="ko-KR" sz="1200" dirty="0" err="1">
                <a:solidFill>
                  <a:srgbClr val="082D6E"/>
                </a:solidFill>
              </a:rPr>
              <a:t>eu</a:t>
            </a:r>
            <a:r>
              <a:rPr lang="en-US" altLang="ko-KR" sz="1200" dirty="0">
                <a:solidFill>
                  <a:srgbClr val="082D6E"/>
                </a:solidFill>
              </a:rPr>
              <a:t> </a:t>
            </a:r>
            <a:r>
              <a:rPr lang="en-US" altLang="ko-KR" sz="1200" dirty="0" err="1">
                <a:solidFill>
                  <a:srgbClr val="082D6E"/>
                </a:solidFill>
              </a:rPr>
              <a:t>fugiat</a:t>
            </a:r>
            <a:r>
              <a:rPr lang="en-US" altLang="ko-KR" sz="1200" dirty="0">
                <a:solidFill>
                  <a:srgbClr val="082D6E"/>
                </a:solidFill>
              </a:rPr>
              <a:t> </a:t>
            </a:r>
            <a:r>
              <a:rPr lang="en-US" altLang="ko-KR" sz="1200" dirty="0" err="1">
                <a:solidFill>
                  <a:srgbClr val="082D6E"/>
                </a:solidFill>
              </a:rPr>
              <a:t>nulla</a:t>
            </a:r>
            <a:r>
              <a:rPr lang="en-US" altLang="ko-KR" sz="1200" dirty="0">
                <a:solidFill>
                  <a:srgbClr val="082D6E"/>
                </a:solidFill>
              </a:rPr>
              <a:t> </a:t>
            </a:r>
            <a:r>
              <a:rPr lang="en-US" altLang="ko-KR" sz="1200" dirty="0" err="1">
                <a:solidFill>
                  <a:srgbClr val="082D6E"/>
                </a:solidFill>
              </a:rPr>
              <a:t>pariatur</a:t>
            </a:r>
            <a:r>
              <a:rPr lang="en-US" altLang="ko-KR" sz="1200" dirty="0">
                <a:solidFill>
                  <a:srgbClr val="082D6E"/>
                </a:solidFill>
              </a:rPr>
              <a:t>. </a:t>
            </a:r>
          </a:p>
        </p:txBody>
      </p:sp>
      <p:cxnSp>
        <p:nvCxnSpPr>
          <p:cNvPr id="9" name="직선 연결선 8">
            <a:extLst>
              <a:ext uri="{FF2B5EF4-FFF2-40B4-BE49-F238E27FC236}">
                <a16:creationId xmlns:a16="http://schemas.microsoft.com/office/drawing/2014/main" id="{12314381-066B-446A-AF57-8EE048A5D636}"/>
              </a:ext>
            </a:extLst>
          </p:cNvPr>
          <p:cNvCxnSpPr>
            <a:cxnSpLocks/>
          </p:cNvCxnSpPr>
          <p:nvPr/>
        </p:nvCxnSpPr>
        <p:spPr>
          <a:xfrm>
            <a:off x="0" y="3429000"/>
            <a:ext cx="12192000" cy="0"/>
          </a:xfrm>
          <a:prstGeom prst="line">
            <a:avLst/>
          </a:prstGeom>
          <a:noFill/>
          <a:ln w="12700" cap="flat">
            <a:solidFill>
              <a:srgbClr val="082D6E"/>
            </a:solidFill>
            <a:prstDash val="solid"/>
            <a:miter/>
          </a:ln>
        </p:spPr>
      </p:cxnSp>
    </p:spTree>
    <p:extLst>
      <p:ext uri="{BB962C8B-B14F-4D97-AF65-F5344CB8AC3E}">
        <p14:creationId xmlns:p14="http://schemas.microsoft.com/office/powerpoint/2010/main" val="803792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50C0A4AA-4552-4FC4-9461-E523F44FF249}"/>
              </a:ext>
            </a:extLst>
          </p:cNvPr>
          <p:cNvSpPr/>
          <p:nvPr/>
        </p:nvSpPr>
        <p:spPr>
          <a:xfrm>
            <a:off x="863052" y="1659777"/>
            <a:ext cx="1786496" cy="523220"/>
          </a:xfrm>
          <a:prstGeom prst="rect">
            <a:avLst/>
          </a:prstGeom>
        </p:spPr>
        <p:txBody>
          <a:bodyPr wrap="square" anchor="ctr" anchorCtr="0">
            <a:spAutoFit/>
          </a:bodyPr>
          <a:lstStyle/>
          <a:p>
            <a:r>
              <a:rPr lang="en-US" altLang="ko-KR" sz="2800" dirty="0">
                <a:solidFill>
                  <a:srgbClr val="082D6E"/>
                </a:solidFill>
                <a:latin typeface="+mj-lt"/>
              </a:rPr>
              <a:t>Social Media</a:t>
            </a:r>
          </a:p>
        </p:txBody>
      </p:sp>
      <p:sp>
        <p:nvSpPr>
          <p:cNvPr id="18" name="TextBox 17">
            <a:extLst>
              <a:ext uri="{FF2B5EF4-FFF2-40B4-BE49-F238E27FC236}">
                <a16:creationId xmlns:a16="http://schemas.microsoft.com/office/drawing/2014/main" id="{09B9A22F-E3EA-44AC-AF7F-A46921679C83}"/>
              </a:ext>
            </a:extLst>
          </p:cNvPr>
          <p:cNvSpPr txBox="1"/>
          <p:nvPr/>
        </p:nvSpPr>
        <p:spPr>
          <a:xfrm>
            <a:off x="3000454" y="2203283"/>
            <a:ext cx="2864761" cy="338554"/>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pPr marL="0" indent="0">
              <a:buNone/>
            </a:pPr>
            <a:r>
              <a:rPr lang="en-US" altLang="ko-KR" sz="1600" dirty="0">
                <a:solidFill>
                  <a:srgbClr val="082D6E"/>
                </a:solidFill>
              </a:rPr>
              <a:t>@lorem ipsum</a:t>
            </a:r>
            <a:endParaRPr lang="ko-KR" altLang="en-US" sz="1600" dirty="0">
              <a:solidFill>
                <a:srgbClr val="082D6E"/>
              </a:solidFill>
            </a:endParaRPr>
          </a:p>
        </p:txBody>
      </p:sp>
      <p:sp>
        <p:nvSpPr>
          <p:cNvPr id="23" name="TextBox 22">
            <a:extLst>
              <a:ext uri="{FF2B5EF4-FFF2-40B4-BE49-F238E27FC236}">
                <a16:creationId xmlns:a16="http://schemas.microsoft.com/office/drawing/2014/main" id="{600D29F2-5615-4ABD-8CD5-A6A10A9EFC40}"/>
              </a:ext>
            </a:extLst>
          </p:cNvPr>
          <p:cNvSpPr txBox="1"/>
          <p:nvPr/>
        </p:nvSpPr>
        <p:spPr>
          <a:xfrm>
            <a:off x="3000454" y="1629000"/>
            <a:ext cx="2864761" cy="584775"/>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pPr marL="0" indent="0">
              <a:buNone/>
            </a:pPr>
            <a:r>
              <a:rPr lang="en-US" altLang="ko-KR" sz="3200" dirty="0">
                <a:solidFill>
                  <a:srgbClr val="082D6E"/>
                </a:solidFill>
                <a:latin typeface="+mj-lt"/>
              </a:rPr>
              <a:t>23K</a:t>
            </a:r>
            <a:endParaRPr lang="ko-KR" altLang="en-US" sz="3200" dirty="0">
              <a:solidFill>
                <a:srgbClr val="082D6E"/>
              </a:solidFill>
              <a:latin typeface="+mj-lt"/>
            </a:endParaRPr>
          </a:p>
        </p:txBody>
      </p:sp>
      <p:sp>
        <p:nvSpPr>
          <p:cNvPr id="24" name="TextBox 23">
            <a:extLst>
              <a:ext uri="{FF2B5EF4-FFF2-40B4-BE49-F238E27FC236}">
                <a16:creationId xmlns:a16="http://schemas.microsoft.com/office/drawing/2014/main" id="{B4841C29-F3AA-4372-9A4E-5878A2E547F1}"/>
              </a:ext>
            </a:extLst>
          </p:cNvPr>
          <p:cNvSpPr txBox="1"/>
          <p:nvPr/>
        </p:nvSpPr>
        <p:spPr>
          <a:xfrm>
            <a:off x="3000454" y="3546864"/>
            <a:ext cx="2864761" cy="338554"/>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pPr marL="0" indent="0">
              <a:buNone/>
            </a:pPr>
            <a:r>
              <a:rPr lang="en-US" altLang="ko-KR" sz="1600" dirty="0">
                <a:solidFill>
                  <a:srgbClr val="082D6E"/>
                </a:solidFill>
              </a:rPr>
              <a:t>@dolor sit </a:t>
            </a:r>
            <a:r>
              <a:rPr lang="en-US" altLang="ko-KR" sz="1600" dirty="0" err="1">
                <a:solidFill>
                  <a:srgbClr val="082D6E"/>
                </a:solidFill>
              </a:rPr>
              <a:t>amet</a:t>
            </a:r>
            <a:endParaRPr lang="ko-KR" altLang="en-US" sz="1600" dirty="0">
              <a:solidFill>
                <a:srgbClr val="082D6E"/>
              </a:solidFill>
            </a:endParaRPr>
          </a:p>
        </p:txBody>
      </p:sp>
      <p:sp>
        <p:nvSpPr>
          <p:cNvPr id="25" name="TextBox 24">
            <a:extLst>
              <a:ext uri="{FF2B5EF4-FFF2-40B4-BE49-F238E27FC236}">
                <a16:creationId xmlns:a16="http://schemas.microsoft.com/office/drawing/2014/main" id="{FA79B642-66FB-4D07-AD99-B27AF9CC13CD}"/>
              </a:ext>
            </a:extLst>
          </p:cNvPr>
          <p:cNvSpPr txBox="1"/>
          <p:nvPr/>
        </p:nvSpPr>
        <p:spPr>
          <a:xfrm>
            <a:off x="3000454" y="2972581"/>
            <a:ext cx="2864761" cy="584775"/>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pPr marL="0" indent="0">
              <a:buNone/>
            </a:pPr>
            <a:r>
              <a:rPr lang="en-US" altLang="ko-KR" sz="3200" dirty="0">
                <a:solidFill>
                  <a:srgbClr val="082D6E"/>
                </a:solidFill>
                <a:latin typeface="+mj-lt"/>
              </a:rPr>
              <a:t>135K</a:t>
            </a:r>
            <a:endParaRPr lang="ko-KR" altLang="en-US" sz="3200" dirty="0">
              <a:solidFill>
                <a:srgbClr val="082D6E"/>
              </a:solidFill>
              <a:latin typeface="+mj-lt"/>
            </a:endParaRPr>
          </a:p>
        </p:txBody>
      </p:sp>
      <p:sp>
        <p:nvSpPr>
          <p:cNvPr id="26" name="TextBox 25">
            <a:extLst>
              <a:ext uri="{FF2B5EF4-FFF2-40B4-BE49-F238E27FC236}">
                <a16:creationId xmlns:a16="http://schemas.microsoft.com/office/drawing/2014/main" id="{AA7961BD-4627-4A0A-9567-652440F424AD}"/>
              </a:ext>
            </a:extLst>
          </p:cNvPr>
          <p:cNvSpPr txBox="1"/>
          <p:nvPr/>
        </p:nvSpPr>
        <p:spPr>
          <a:xfrm>
            <a:off x="3000454" y="4890446"/>
            <a:ext cx="2864761" cy="338554"/>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pPr marL="0" indent="0">
              <a:buNone/>
            </a:pPr>
            <a:r>
              <a:rPr lang="en-US" altLang="ko-KR" sz="1600" dirty="0">
                <a:solidFill>
                  <a:srgbClr val="082D6E"/>
                </a:solidFill>
              </a:rPr>
              <a:t>@</a:t>
            </a:r>
            <a:r>
              <a:rPr lang="en-US" altLang="ko-KR" sz="1600" dirty="0" err="1">
                <a:solidFill>
                  <a:srgbClr val="082D6E"/>
                </a:solidFill>
              </a:rPr>
              <a:t>consectetur</a:t>
            </a:r>
            <a:r>
              <a:rPr lang="en-US" altLang="ko-KR" sz="1600" dirty="0">
                <a:solidFill>
                  <a:srgbClr val="082D6E"/>
                </a:solidFill>
              </a:rPr>
              <a:t> </a:t>
            </a:r>
            <a:r>
              <a:rPr lang="en-US" altLang="ko-KR" sz="1600" dirty="0" err="1">
                <a:solidFill>
                  <a:srgbClr val="082D6E"/>
                </a:solidFill>
              </a:rPr>
              <a:t>adipisicing</a:t>
            </a:r>
            <a:endParaRPr lang="ko-KR" altLang="en-US" sz="1600" dirty="0">
              <a:solidFill>
                <a:srgbClr val="082D6E"/>
              </a:solidFill>
            </a:endParaRPr>
          </a:p>
        </p:txBody>
      </p:sp>
      <p:sp>
        <p:nvSpPr>
          <p:cNvPr id="27" name="TextBox 26">
            <a:extLst>
              <a:ext uri="{FF2B5EF4-FFF2-40B4-BE49-F238E27FC236}">
                <a16:creationId xmlns:a16="http://schemas.microsoft.com/office/drawing/2014/main" id="{9C4B4866-9A5F-4281-B53C-597A92F16A7F}"/>
              </a:ext>
            </a:extLst>
          </p:cNvPr>
          <p:cNvSpPr txBox="1"/>
          <p:nvPr/>
        </p:nvSpPr>
        <p:spPr>
          <a:xfrm>
            <a:off x="3000454" y="4316163"/>
            <a:ext cx="2864761" cy="584775"/>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pPr marL="0" indent="0">
              <a:buNone/>
            </a:pPr>
            <a:r>
              <a:rPr lang="en-US" altLang="ko-KR" sz="3200" dirty="0">
                <a:solidFill>
                  <a:srgbClr val="082D6E"/>
                </a:solidFill>
                <a:latin typeface="+mj-lt"/>
              </a:rPr>
              <a:t>314K</a:t>
            </a:r>
            <a:endParaRPr lang="ko-KR" altLang="en-US" sz="3200" dirty="0">
              <a:solidFill>
                <a:srgbClr val="082D6E"/>
              </a:solidFill>
              <a:latin typeface="+mj-lt"/>
            </a:endParaRPr>
          </a:p>
        </p:txBody>
      </p:sp>
      <p:sp>
        <p:nvSpPr>
          <p:cNvPr id="4" name="그림 개체 틀 3">
            <a:extLst>
              <a:ext uri="{FF2B5EF4-FFF2-40B4-BE49-F238E27FC236}">
                <a16:creationId xmlns:a16="http://schemas.microsoft.com/office/drawing/2014/main" id="{E39EF9E9-49FE-4D8E-AFAD-E328E0C1FD7D}"/>
              </a:ext>
            </a:extLst>
          </p:cNvPr>
          <p:cNvSpPr>
            <a:spLocks noGrp="1"/>
          </p:cNvSpPr>
          <p:nvPr>
            <p:ph type="pic" sz="quarter" idx="13"/>
          </p:nvPr>
        </p:nvSpPr>
        <p:spPr/>
      </p:sp>
      <p:sp>
        <p:nvSpPr>
          <p:cNvPr id="5" name="그림 개체 틀 4">
            <a:extLst>
              <a:ext uri="{FF2B5EF4-FFF2-40B4-BE49-F238E27FC236}">
                <a16:creationId xmlns:a16="http://schemas.microsoft.com/office/drawing/2014/main" id="{0770EEC5-20BC-41EA-9AF8-C7B8B408C0F6}"/>
              </a:ext>
            </a:extLst>
          </p:cNvPr>
          <p:cNvSpPr>
            <a:spLocks noGrp="1"/>
          </p:cNvSpPr>
          <p:nvPr>
            <p:ph type="pic" sz="quarter" idx="14"/>
          </p:nvPr>
        </p:nvSpPr>
        <p:spPr/>
      </p:sp>
    </p:spTree>
    <p:extLst>
      <p:ext uri="{BB962C8B-B14F-4D97-AF65-F5344CB8AC3E}">
        <p14:creationId xmlns:p14="http://schemas.microsoft.com/office/powerpoint/2010/main" val="2871358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95895BDC-9803-45A7-BA08-FA8C278F095E}"/>
              </a:ext>
            </a:extLst>
          </p:cNvPr>
          <p:cNvSpPr txBox="1"/>
          <p:nvPr/>
        </p:nvSpPr>
        <p:spPr>
          <a:xfrm>
            <a:off x="787345" y="4995373"/>
            <a:ext cx="2964562" cy="1169551"/>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r>
              <a:rPr lang="en-US" altLang="ko-KR" sz="1400" dirty="0">
                <a:solidFill>
                  <a:srgbClr val="082D6E"/>
                </a:solidFill>
              </a:rPr>
              <a:t> </a:t>
            </a:r>
            <a:r>
              <a:rPr lang="en-US" altLang="ko-KR" sz="1400" dirty="0" err="1">
                <a:solidFill>
                  <a:srgbClr val="082D6E"/>
                </a:solidFill>
              </a:rPr>
              <a:t>incididunt</a:t>
            </a:r>
            <a:r>
              <a:rPr lang="en-US" altLang="ko-KR" sz="1400" dirty="0">
                <a:solidFill>
                  <a:srgbClr val="082D6E"/>
                </a:solidFill>
              </a:rPr>
              <a:t>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labore</a:t>
            </a:r>
            <a:r>
              <a:rPr lang="en-US" altLang="ko-KR" sz="1400" dirty="0">
                <a:solidFill>
                  <a:srgbClr val="082D6E"/>
                </a:solidFill>
              </a:rPr>
              <a:t> et dolore magna </a:t>
            </a:r>
            <a:r>
              <a:rPr lang="en-US" altLang="ko-KR" sz="1400" dirty="0" err="1">
                <a:solidFill>
                  <a:srgbClr val="082D6E"/>
                </a:solidFill>
              </a:rPr>
              <a:t>aliqua</a:t>
            </a:r>
            <a:r>
              <a:rPr lang="en-US" altLang="ko-KR" sz="1400" dirty="0">
                <a:solidFill>
                  <a:srgbClr val="082D6E"/>
                </a:solidFill>
              </a:rPr>
              <a:t>.</a:t>
            </a:r>
            <a:endParaRPr lang="ko-KR" altLang="en-US" sz="1400" dirty="0">
              <a:solidFill>
                <a:srgbClr val="082D6E"/>
              </a:solidFill>
            </a:endParaRPr>
          </a:p>
        </p:txBody>
      </p:sp>
      <p:sp>
        <p:nvSpPr>
          <p:cNvPr id="15" name="직사각형 14">
            <a:extLst>
              <a:ext uri="{FF2B5EF4-FFF2-40B4-BE49-F238E27FC236}">
                <a16:creationId xmlns:a16="http://schemas.microsoft.com/office/drawing/2014/main" id="{F4D8CE0A-5768-41A4-9944-10D469885102}"/>
              </a:ext>
            </a:extLst>
          </p:cNvPr>
          <p:cNvSpPr/>
          <p:nvPr/>
        </p:nvSpPr>
        <p:spPr>
          <a:xfrm>
            <a:off x="787344" y="4536564"/>
            <a:ext cx="2964562" cy="461665"/>
          </a:xfrm>
          <a:prstGeom prst="rect">
            <a:avLst/>
          </a:prstGeom>
        </p:spPr>
        <p:txBody>
          <a:bodyPr wrap="square">
            <a:spAutoFit/>
          </a:bodyPr>
          <a:lstStyle/>
          <a:p>
            <a:r>
              <a:rPr lang="en-US" altLang="ko-KR" sz="2400" dirty="0">
                <a:solidFill>
                  <a:srgbClr val="082D6E"/>
                </a:solidFill>
                <a:latin typeface="+mj-lt"/>
              </a:rPr>
              <a:t>Lorem ipsum</a:t>
            </a:r>
          </a:p>
        </p:txBody>
      </p:sp>
      <p:sp>
        <p:nvSpPr>
          <p:cNvPr id="16" name="TextBox 15">
            <a:extLst>
              <a:ext uri="{FF2B5EF4-FFF2-40B4-BE49-F238E27FC236}">
                <a16:creationId xmlns:a16="http://schemas.microsoft.com/office/drawing/2014/main" id="{28142C10-7664-49B4-9051-5A97F3AE8520}"/>
              </a:ext>
            </a:extLst>
          </p:cNvPr>
          <p:cNvSpPr txBox="1"/>
          <p:nvPr/>
        </p:nvSpPr>
        <p:spPr>
          <a:xfrm>
            <a:off x="4613718" y="4995373"/>
            <a:ext cx="2964563" cy="1169551"/>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r>
              <a:rPr lang="en-US" altLang="ko-KR" sz="1400" dirty="0">
                <a:solidFill>
                  <a:srgbClr val="082D6E"/>
                </a:solidFill>
              </a:rPr>
              <a:t> </a:t>
            </a:r>
            <a:r>
              <a:rPr lang="en-US" altLang="ko-KR" sz="1400" dirty="0" err="1">
                <a:solidFill>
                  <a:srgbClr val="082D6E"/>
                </a:solidFill>
              </a:rPr>
              <a:t>incididunt</a:t>
            </a:r>
            <a:r>
              <a:rPr lang="en-US" altLang="ko-KR" sz="1400" dirty="0">
                <a:solidFill>
                  <a:srgbClr val="082D6E"/>
                </a:solidFill>
              </a:rPr>
              <a:t>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labore</a:t>
            </a:r>
            <a:r>
              <a:rPr lang="en-US" altLang="ko-KR" sz="1400" dirty="0">
                <a:solidFill>
                  <a:srgbClr val="082D6E"/>
                </a:solidFill>
              </a:rPr>
              <a:t> et dolore magna </a:t>
            </a:r>
            <a:r>
              <a:rPr lang="en-US" altLang="ko-KR" sz="1400" dirty="0" err="1">
                <a:solidFill>
                  <a:srgbClr val="082D6E"/>
                </a:solidFill>
              </a:rPr>
              <a:t>aliqua</a:t>
            </a:r>
            <a:r>
              <a:rPr lang="en-US" altLang="ko-KR" sz="1400" dirty="0">
                <a:solidFill>
                  <a:srgbClr val="082D6E"/>
                </a:solidFill>
              </a:rPr>
              <a:t>.</a:t>
            </a:r>
            <a:endParaRPr lang="ko-KR" altLang="en-US" sz="1400" dirty="0">
              <a:solidFill>
                <a:srgbClr val="082D6E"/>
              </a:solidFill>
            </a:endParaRPr>
          </a:p>
        </p:txBody>
      </p:sp>
      <p:sp>
        <p:nvSpPr>
          <p:cNvPr id="17" name="직사각형 16">
            <a:extLst>
              <a:ext uri="{FF2B5EF4-FFF2-40B4-BE49-F238E27FC236}">
                <a16:creationId xmlns:a16="http://schemas.microsoft.com/office/drawing/2014/main" id="{ADBF6453-139A-4EDA-A2A9-B8A365B5AA27}"/>
              </a:ext>
            </a:extLst>
          </p:cNvPr>
          <p:cNvSpPr/>
          <p:nvPr/>
        </p:nvSpPr>
        <p:spPr>
          <a:xfrm>
            <a:off x="4613717" y="4536564"/>
            <a:ext cx="2964563" cy="461665"/>
          </a:xfrm>
          <a:prstGeom prst="rect">
            <a:avLst/>
          </a:prstGeom>
        </p:spPr>
        <p:txBody>
          <a:bodyPr wrap="square">
            <a:spAutoFit/>
          </a:bodyPr>
          <a:lstStyle/>
          <a:p>
            <a:r>
              <a:rPr lang="en-US" altLang="ko-KR" sz="2400" dirty="0">
                <a:solidFill>
                  <a:srgbClr val="082D6E"/>
                </a:solidFill>
                <a:latin typeface="+mj-lt"/>
              </a:rPr>
              <a:t>Lorem ipsum</a:t>
            </a:r>
          </a:p>
        </p:txBody>
      </p:sp>
      <p:sp>
        <p:nvSpPr>
          <p:cNvPr id="18" name="TextBox 17">
            <a:extLst>
              <a:ext uri="{FF2B5EF4-FFF2-40B4-BE49-F238E27FC236}">
                <a16:creationId xmlns:a16="http://schemas.microsoft.com/office/drawing/2014/main" id="{DEDCDE76-83B1-4E50-9623-480FF88BDC7F}"/>
              </a:ext>
            </a:extLst>
          </p:cNvPr>
          <p:cNvSpPr txBox="1"/>
          <p:nvPr/>
        </p:nvSpPr>
        <p:spPr>
          <a:xfrm>
            <a:off x="8440091" y="4995373"/>
            <a:ext cx="2964563" cy="1169551"/>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r>
              <a:rPr lang="en-US" altLang="ko-KR" sz="1400" dirty="0">
                <a:solidFill>
                  <a:srgbClr val="082D6E"/>
                </a:solidFill>
              </a:rPr>
              <a:t> </a:t>
            </a:r>
            <a:r>
              <a:rPr lang="en-US" altLang="ko-KR" sz="1400" dirty="0" err="1">
                <a:solidFill>
                  <a:srgbClr val="082D6E"/>
                </a:solidFill>
              </a:rPr>
              <a:t>incididunt</a:t>
            </a:r>
            <a:r>
              <a:rPr lang="en-US" altLang="ko-KR" sz="1400" dirty="0">
                <a:solidFill>
                  <a:srgbClr val="082D6E"/>
                </a:solidFill>
              </a:rPr>
              <a:t>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labore</a:t>
            </a:r>
            <a:r>
              <a:rPr lang="en-US" altLang="ko-KR" sz="1400" dirty="0">
                <a:solidFill>
                  <a:srgbClr val="082D6E"/>
                </a:solidFill>
              </a:rPr>
              <a:t> et dolore magna </a:t>
            </a:r>
            <a:r>
              <a:rPr lang="en-US" altLang="ko-KR" sz="1400" dirty="0" err="1">
                <a:solidFill>
                  <a:srgbClr val="082D6E"/>
                </a:solidFill>
              </a:rPr>
              <a:t>aliqua</a:t>
            </a:r>
            <a:r>
              <a:rPr lang="en-US" altLang="ko-KR" sz="1400" dirty="0">
                <a:solidFill>
                  <a:srgbClr val="082D6E"/>
                </a:solidFill>
              </a:rPr>
              <a:t>.</a:t>
            </a:r>
            <a:endParaRPr lang="ko-KR" altLang="en-US" sz="1400" dirty="0">
              <a:solidFill>
                <a:srgbClr val="082D6E"/>
              </a:solidFill>
            </a:endParaRPr>
          </a:p>
        </p:txBody>
      </p:sp>
      <p:sp>
        <p:nvSpPr>
          <p:cNvPr id="19" name="직사각형 18">
            <a:extLst>
              <a:ext uri="{FF2B5EF4-FFF2-40B4-BE49-F238E27FC236}">
                <a16:creationId xmlns:a16="http://schemas.microsoft.com/office/drawing/2014/main" id="{83FAF6B7-A8F6-4B54-BE68-CF96BFAA734A}"/>
              </a:ext>
            </a:extLst>
          </p:cNvPr>
          <p:cNvSpPr/>
          <p:nvPr/>
        </p:nvSpPr>
        <p:spPr>
          <a:xfrm>
            <a:off x="8440091" y="4536564"/>
            <a:ext cx="2964563" cy="461665"/>
          </a:xfrm>
          <a:prstGeom prst="rect">
            <a:avLst/>
          </a:prstGeom>
        </p:spPr>
        <p:txBody>
          <a:bodyPr wrap="square">
            <a:spAutoFit/>
          </a:bodyPr>
          <a:lstStyle/>
          <a:p>
            <a:r>
              <a:rPr lang="en-US" altLang="ko-KR" sz="2400" dirty="0">
                <a:solidFill>
                  <a:srgbClr val="082D6E"/>
                </a:solidFill>
                <a:latin typeface="+mj-lt"/>
              </a:rPr>
              <a:t>Lorem ipsum</a:t>
            </a:r>
          </a:p>
        </p:txBody>
      </p:sp>
      <p:sp>
        <p:nvSpPr>
          <p:cNvPr id="2" name="그림 개체 틀 1">
            <a:extLst>
              <a:ext uri="{FF2B5EF4-FFF2-40B4-BE49-F238E27FC236}">
                <a16:creationId xmlns:a16="http://schemas.microsoft.com/office/drawing/2014/main" id="{4C9FE40D-2BBD-48DB-8C5B-807F1861B909}"/>
              </a:ext>
            </a:extLst>
          </p:cNvPr>
          <p:cNvSpPr>
            <a:spLocks noGrp="1"/>
          </p:cNvSpPr>
          <p:nvPr>
            <p:ph type="pic" sz="quarter" idx="13"/>
          </p:nvPr>
        </p:nvSpPr>
        <p:spPr/>
      </p:sp>
      <p:sp>
        <p:nvSpPr>
          <p:cNvPr id="3" name="그림 개체 틀 2">
            <a:extLst>
              <a:ext uri="{FF2B5EF4-FFF2-40B4-BE49-F238E27FC236}">
                <a16:creationId xmlns:a16="http://schemas.microsoft.com/office/drawing/2014/main" id="{937686EC-40F3-401A-97B8-DA7C8F244165}"/>
              </a:ext>
            </a:extLst>
          </p:cNvPr>
          <p:cNvSpPr>
            <a:spLocks noGrp="1"/>
          </p:cNvSpPr>
          <p:nvPr>
            <p:ph type="pic" sz="quarter" idx="15"/>
          </p:nvPr>
        </p:nvSpPr>
        <p:spPr/>
      </p:sp>
      <p:sp>
        <p:nvSpPr>
          <p:cNvPr id="4" name="그림 개체 틀 3">
            <a:extLst>
              <a:ext uri="{FF2B5EF4-FFF2-40B4-BE49-F238E27FC236}">
                <a16:creationId xmlns:a16="http://schemas.microsoft.com/office/drawing/2014/main" id="{AF7D0F1A-7795-4678-9009-8EED0FDAD08F}"/>
              </a:ext>
            </a:extLst>
          </p:cNvPr>
          <p:cNvSpPr>
            <a:spLocks noGrp="1"/>
          </p:cNvSpPr>
          <p:nvPr>
            <p:ph type="pic" sz="quarter" idx="16"/>
          </p:nvPr>
        </p:nvSpPr>
        <p:spPr/>
      </p:sp>
      <p:pic>
        <p:nvPicPr>
          <p:cNvPr id="34" name="그림 33">
            <a:extLst>
              <a:ext uri="{FF2B5EF4-FFF2-40B4-BE49-F238E27FC236}">
                <a16:creationId xmlns:a16="http://schemas.microsoft.com/office/drawing/2014/main" id="{90C48FD3-60DC-4007-AD69-BB1D2A5594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566" y="3203062"/>
            <a:ext cx="897015" cy="978562"/>
          </a:xfrm>
          <a:prstGeom prst="rect">
            <a:avLst/>
          </a:prstGeom>
        </p:spPr>
      </p:pic>
      <p:pic>
        <p:nvPicPr>
          <p:cNvPr id="35" name="그림 34">
            <a:extLst>
              <a:ext uri="{FF2B5EF4-FFF2-40B4-BE49-F238E27FC236}">
                <a16:creationId xmlns:a16="http://schemas.microsoft.com/office/drawing/2014/main" id="{8374ABB5-4B76-4402-98AF-58BFCA3EF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0091" y="3203062"/>
            <a:ext cx="755279" cy="978562"/>
          </a:xfrm>
          <a:prstGeom prst="rect">
            <a:avLst/>
          </a:prstGeom>
        </p:spPr>
      </p:pic>
      <p:pic>
        <p:nvPicPr>
          <p:cNvPr id="36" name="그림 35">
            <a:extLst>
              <a:ext uri="{FF2B5EF4-FFF2-40B4-BE49-F238E27FC236}">
                <a16:creationId xmlns:a16="http://schemas.microsoft.com/office/drawing/2014/main" id="{5663257A-B0B6-4151-9761-3DF5EF0C62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3716" y="3203062"/>
            <a:ext cx="978562" cy="978562"/>
          </a:xfrm>
          <a:prstGeom prst="rect">
            <a:avLst/>
          </a:prstGeom>
        </p:spPr>
      </p:pic>
    </p:spTree>
    <p:extLst>
      <p:ext uri="{BB962C8B-B14F-4D97-AF65-F5344CB8AC3E}">
        <p14:creationId xmlns:p14="http://schemas.microsoft.com/office/powerpoint/2010/main" val="2946500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순서도: 처리 12">
            <a:extLst>
              <a:ext uri="{FF2B5EF4-FFF2-40B4-BE49-F238E27FC236}">
                <a16:creationId xmlns:a16="http://schemas.microsoft.com/office/drawing/2014/main" id="{A405E354-0002-4D6B-9BBA-ACE521966BB7}"/>
              </a:ext>
            </a:extLst>
          </p:cNvPr>
          <p:cNvSpPr/>
          <p:nvPr/>
        </p:nvSpPr>
        <p:spPr>
          <a:xfrm>
            <a:off x="5091471" y="4143064"/>
            <a:ext cx="518035" cy="389421"/>
          </a:xfrm>
          <a:prstGeom prst="flowChartProcess">
            <a:avLst/>
          </a:prstGeom>
          <a:solidFill>
            <a:srgbClr val="082D6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rgbClr val="082D6E"/>
              </a:solidFill>
              <a:latin typeface="+mj-lt"/>
            </a:endParaRPr>
          </a:p>
        </p:txBody>
      </p:sp>
      <p:sp>
        <p:nvSpPr>
          <p:cNvPr id="14" name="순서도: 처리 13">
            <a:extLst>
              <a:ext uri="{FF2B5EF4-FFF2-40B4-BE49-F238E27FC236}">
                <a16:creationId xmlns:a16="http://schemas.microsoft.com/office/drawing/2014/main" id="{48C123DC-B061-44B7-BAED-D51596487703}"/>
              </a:ext>
            </a:extLst>
          </p:cNvPr>
          <p:cNvSpPr/>
          <p:nvPr/>
        </p:nvSpPr>
        <p:spPr>
          <a:xfrm>
            <a:off x="6144355" y="3747777"/>
            <a:ext cx="518035" cy="784708"/>
          </a:xfrm>
          <a:prstGeom prst="flowChartProcess">
            <a:avLst/>
          </a:prstGeom>
          <a:solidFill>
            <a:srgbClr val="082D6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rgbClr val="082D6E"/>
              </a:solidFill>
              <a:latin typeface="+mj-lt"/>
            </a:endParaRPr>
          </a:p>
        </p:txBody>
      </p:sp>
      <p:sp>
        <p:nvSpPr>
          <p:cNvPr id="15" name="순서도: 처리 14">
            <a:extLst>
              <a:ext uri="{FF2B5EF4-FFF2-40B4-BE49-F238E27FC236}">
                <a16:creationId xmlns:a16="http://schemas.microsoft.com/office/drawing/2014/main" id="{2B54C9B6-66C5-4675-9763-5AC9A37D3F8A}"/>
              </a:ext>
            </a:extLst>
          </p:cNvPr>
          <p:cNvSpPr/>
          <p:nvPr/>
        </p:nvSpPr>
        <p:spPr>
          <a:xfrm>
            <a:off x="7197239" y="3355663"/>
            <a:ext cx="518035" cy="1176821"/>
          </a:xfrm>
          <a:prstGeom prst="flowChartProcess">
            <a:avLst/>
          </a:prstGeom>
          <a:solidFill>
            <a:srgbClr val="082D6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rgbClr val="082D6E"/>
              </a:solidFill>
              <a:latin typeface="+mj-lt"/>
            </a:endParaRPr>
          </a:p>
        </p:txBody>
      </p:sp>
      <p:sp>
        <p:nvSpPr>
          <p:cNvPr id="16" name="순서도: 처리 15">
            <a:extLst>
              <a:ext uri="{FF2B5EF4-FFF2-40B4-BE49-F238E27FC236}">
                <a16:creationId xmlns:a16="http://schemas.microsoft.com/office/drawing/2014/main" id="{51E19E40-1967-4C74-9FAF-9D7C5F3075E3}"/>
              </a:ext>
            </a:extLst>
          </p:cNvPr>
          <p:cNvSpPr/>
          <p:nvPr/>
        </p:nvSpPr>
        <p:spPr>
          <a:xfrm>
            <a:off x="8293101" y="2566677"/>
            <a:ext cx="518035" cy="1965807"/>
          </a:xfrm>
          <a:prstGeom prst="flowChartProcess">
            <a:avLst/>
          </a:prstGeom>
          <a:solidFill>
            <a:srgbClr val="082D6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rgbClr val="082D6E"/>
              </a:solidFill>
              <a:latin typeface="+mj-lt"/>
            </a:endParaRPr>
          </a:p>
        </p:txBody>
      </p:sp>
      <p:sp>
        <p:nvSpPr>
          <p:cNvPr id="17" name="순서도: 처리 16">
            <a:extLst>
              <a:ext uri="{FF2B5EF4-FFF2-40B4-BE49-F238E27FC236}">
                <a16:creationId xmlns:a16="http://schemas.microsoft.com/office/drawing/2014/main" id="{2DB09A0A-23FD-4ABF-823B-F6573954FD22}"/>
              </a:ext>
            </a:extLst>
          </p:cNvPr>
          <p:cNvSpPr/>
          <p:nvPr/>
        </p:nvSpPr>
        <p:spPr>
          <a:xfrm>
            <a:off x="9345986" y="3355663"/>
            <a:ext cx="518035" cy="1176821"/>
          </a:xfrm>
          <a:prstGeom prst="flowChartProcess">
            <a:avLst/>
          </a:prstGeom>
          <a:solidFill>
            <a:srgbClr val="082D6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rgbClr val="082D6E"/>
              </a:solidFill>
              <a:latin typeface="+mj-lt"/>
            </a:endParaRPr>
          </a:p>
        </p:txBody>
      </p:sp>
      <p:sp>
        <p:nvSpPr>
          <p:cNvPr id="18" name="순서도: 처리 17">
            <a:extLst>
              <a:ext uri="{FF2B5EF4-FFF2-40B4-BE49-F238E27FC236}">
                <a16:creationId xmlns:a16="http://schemas.microsoft.com/office/drawing/2014/main" id="{47DF54C9-29F7-454C-AA27-C2F9B14EFFCE}"/>
              </a:ext>
            </a:extLst>
          </p:cNvPr>
          <p:cNvSpPr/>
          <p:nvPr/>
        </p:nvSpPr>
        <p:spPr>
          <a:xfrm>
            <a:off x="10402821" y="2961965"/>
            <a:ext cx="518035" cy="1570520"/>
          </a:xfrm>
          <a:prstGeom prst="flowChartProcess">
            <a:avLst/>
          </a:prstGeom>
          <a:solidFill>
            <a:srgbClr val="082D6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rgbClr val="082D6E"/>
              </a:solidFill>
              <a:latin typeface="+mj-lt"/>
            </a:endParaRPr>
          </a:p>
        </p:txBody>
      </p:sp>
      <p:sp>
        <p:nvSpPr>
          <p:cNvPr id="19" name="TextBox 18">
            <a:extLst>
              <a:ext uri="{FF2B5EF4-FFF2-40B4-BE49-F238E27FC236}">
                <a16:creationId xmlns:a16="http://schemas.microsoft.com/office/drawing/2014/main" id="{527A1FAB-9BC0-4009-B719-1339C14DCFCE}"/>
              </a:ext>
            </a:extLst>
          </p:cNvPr>
          <p:cNvSpPr txBox="1"/>
          <p:nvPr/>
        </p:nvSpPr>
        <p:spPr>
          <a:xfrm>
            <a:off x="4800583" y="4593906"/>
            <a:ext cx="1099810" cy="261610"/>
          </a:xfrm>
          <a:prstGeom prst="rect">
            <a:avLst/>
          </a:prstGeom>
          <a:noFill/>
        </p:spPr>
        <p:txBody>
          <a:bodyPr wrap="square" rtlCol="0">
            <a:spAutoFit/>
          </a:bodyPr>
          <a:lstStyle/>
          <a:p>
            <a:pPr algn="ctr"/>
            <a:r>
              <a:rPr lang="en-US" altLang="ko-KR" sz="1100" dirty="0">
                <a:solidFill>
                  <a:srgbClr val="082D6E"/>
                </a:solidFill>
              </a:rPr>
              <a:t>Item</a:t>
            </a:r>
            <a:r>
              <a:rPr lang="ko-KR" altLang="en-US" sz="1100" dirty="0">
                <a:solidFill>
                  <a:srgbClr val="082D6E"/>
                </a:solidFill>
              </a:rPr>
              <a:t> </a:t>
            </a:r>
            <a:r>
              <a:rPr lang="en-US" altLang="ko-KR" sz="1100" dirty="0">
                <a:solidFill>
                  <a:srgbClr val="082D6E"/>
                </a:solidFill>
              </a:rPr>
              <a:t>01</a:t>
            </a:r>
          </a:p>
        </p:txBody>
      </p:sp>
      <p:grpSp>
        <p:nvGrpSpPr>
          <p:cNvPr id="20" name="그룹 19">
            <a:extLst>
              <a:ext uri="{FF2B5EF4-FFF2-40B4-BE49-F238E27FC236}">
                <a16:creationId xmlns:a16="http://schemas.microsoft.com/office/drawing/2014/main" id="{22A264B0-810B-4405-8408-3686287A299E}"/>
              </a:ext>
            </a:extLst>
          </p:cNvPr>
          <p:cNvGrpSpPr/>
          <p:nvPr/>
        </p:nvGrpSpPr>
        <p:grpSpPr>
          <a:xfrm>
            <a:off x="4265733" y="2033605"/>
            <a:ext cx="449678" cy="2636678"/>
            <a:chOff x="488015" y="3248040"/>
            <a:chExt cx="337607" cy="2636678"/>
          </a:xfrm>
        </p:grpSpPr>
        <p:sp>
          <p:nvSpPr>
            <p:cNvPr id="21" name="TextBox 20">
              <a:extLst>
                <a:ext uri="{FF2B5EF4-FFF2-40B4-BE49-F238E27FC236}">
                  <a16:creationId xmlns:a16="http://schemas.microsoft.com/office/drawing/2014/main" id="{10230424-6821-4ECE-801A-332ED150B1D5}"/>
                </a:ext>
              </a:extLst>
            </p:cNvPr>
            <p:cNvSpPr txBox="1"/>
            <p:nvPr/>
          </p:nvSpPr>
          <p:spPr>
            <a:xfrm>
              <a:off x="488015" y="5214440"/>
              <a:ext cx="337607" cy="276999"/>
            </a:xfrm>
            <a:prstGeom prst="rect">
              <a:avLst/>
            </a:prstGeom>
            <a:noFill/>
          </p:spPr>
          <p:txBody>
            <a:bodyPr wrap="square" rtlCol="0">
              <a:spAutoFit/>
            </a:bodyPr>
            <a:lstStyle/>
            <a:p>
              <a:pPr algn="r"/>
              <a:r>
                <a:rPr lang="en-US" altLang="ko-KR" sz="1200" dirty="0">
                  <a:solidFill>
                    <a:srgbClr val="082D6E"/>
                  </a:solidFill>
                </a:rPr>
                <a:t>10</a:t>
              </a:r>
            </a:p>
          </p:txBody>
        </p:sp>
        <p:sp>
          <p:nvSpPr>
            <p:cNvPr id="22" name="TextBox 21">
              <a:extLst>
                <a:ext uri="{FF2B5EF4-FFF2-40B4-BE49-F238E27FC236}">
                  <a16:creationId xmlns:a16="http://schemas.microsoft.com/office/drawing/2014/main" id="{AEE427AC-38A2-4710-ACC2-B7FCF6C88C75}"/>
                </a:ext>
              </a:extLst>
            </p:cNvPr>
            <p:cNvSpPr txBox="1"/>
            <p:nvPr/>
          </p:nvSpPr>
          <p:spPr>
            <a:xfrm>
              <a:off x="488015" y="4821160"/>
              <a:ext cx="337607" cy="276999"/>
            </a:xfrm>
            <a:prstGeom prst="rect">
              <a:avLst/>
            </a:prstGeom>
            <a:noFill/>
          </p:spPr>
          <p:txBody>
            <a:bodyPr wrap="square" rtlCol="0">
              <a:spAutoFit/>
            </a:bodyPr>
            <a:lstStyle/>
            <a:p>
              <a:pPr algn="r"/>
              <a:r>
                <a:rPr lang="en-US" altLang="ko-KR" sz="1200" dirty="0">
                  <a:solidFill>
                    <a:srgbClr val="082D6E"/>
                  </a:solidFill>
                </a:rPr>
                <a:t>20</a:t>
              </a:r>
            </a:p>
          </p:txBody>
        </p:sp>
        <p:sp>
          <p:nvSpPr>
            <p:cNvPr id="23" name="TextBox 22">
              <a:extLst>
                <a:ext uri="{FF2B5EF4-FFF2-40B4-BE49-F238E27FC236}">
                  <a16:creationId xmlns:a16="http://schemas.microsoft.com/office/drawing/2014/main" id="{8741957B-993B-4099-947A-F95B3823C123}"/>
                </a:ext>
              </a:extLst>
            </p:cNvPr>
            <p:cNvSpPr txBox="1"/>
            <p:nvPr/>
          </p:nvSpPr>
          <p:spPr>
            <a:xfrm>
              <a:off x="488015" y="4427880"/>
              <a:ext cx="337607" cy="276999"/>
            </a:xfrm>
            <a:prstGeom prst="rect">
              <a:avLst/>
            </a:prstGeom>
            <a:noFill/>
          </p:spPr>
          <p:txBody>
            <a:bodyPr wrap="square" rtlCol="0">
              <a:spAutoFit/>
            </a:bodyPr>
            <a:lstStyle/>
            <a:p>
              <a:pPr algn="r"/>
              <a:r>
                <a:rPr lang="en-US" altLang="ko-KR" sz="1200" dirty="0">
                  <a:solidFill>
                    <a:srgbClr val="082D6E"/>
                  </a:solidFill>
                </a:rPr>
                <a:t>30</a:t>
              </a:r>
            </a:p>
          </p:txBody>
        </p:sp>
        <p:sp>
          <p:nvSpPr>
            <p:cNvPr id="24" name="TextBox 23">
              <a:extLst>
                <a:ext uri="{FF2B5EF4-FFF2-40B4-BE49-F238E27FC236}">
                  <a16:creationId xmlns:a16="http://schemas.microsoft.com/office/drawing/2014/main" id="{E6E3D526-20F9-4C50-BD9E-5AE81C5ED276}"/>
                </a:ext>
              </a:extLst>
            </p:cNvPr>
            <p:cNvSpPr txBox="1"/>
            <p:nvPr/>
          </p:nvSpPr>
          <p:spPr>
            <a:xfrm>
              <a:off x="488015" y="4034600"/>
              <a:ext cx="337607" cy="276999"/>
            </a:xfrm>
            <a:prstGeom prst="rect">
              <a:avLst/>
            </a:prstGeom>
            <a:noFill/>
          </p:spPr>
          <p:txBody>
            <a:bodyPr wrap="square" rtlCol="0">
              <a:spAutoFit/>
            </a:bodyPr>
            <a:lstStyle/>
            <a:p>
              <a:pPr algn="r"/>
              <a:r>
                <a:rPr lang="en-US" altLang="ko-KR" sz="1200" dirty="0">
                  <a:solidFill>
                    <a:srgbClr val="082D6E"/>
                  </a:solidFill>
                </a:rPr>
                <a:t>40</a:t>
              </a:r>
            </a:p>
          </p:txBody>
        </p:sp>
        <p:sp>
          <p:nvSpPr>
            <p:cNvPr id="25" name="TextBox 24">
              <a:extLst>
                <a:ext uri="{FF2B5EF4-FFF2-40B4-BE49-F238E27FC236}">
                  <a16:creationId xmlns:a16="http://schemas.microsoft.com/office/drawing/2014/main" id="{E2CDB005-97E9-4CA5-A495-E8D4C15F365F}"/>
                </a:ext>
              </a:extLst>
            </p:cNvPr>
            <p:cNvSpPr txBox="1"/>
            <p:nvPr/>
          </p:nvSpPr>
          <p:spPr>
            <a:xfrm>
              <a:off x="488015" y="3641320"/>
              <a:ext cx="337607" cy="276999"/>
            </a:xfrm>
            <a:prstGeom prst="rect">
              <a:avLst/>
            </a:prstGeom>
            <a:noFill/>
          </p:spPr>
          <p:txBody>
            <a:bodyPr wrap="square" rtlCol="0">
              <a:spAutoFit/>
            </a:bodyPr>
            <a:lstStyle/>
            <a:p>
              <a:pPr algn="r"/>
              <a:r>
                <a:rPr lang="en-US" altLang="ko-KR" sz="1200" dirty="0">
                  <a:solidFill>
                    <a:srgbClr val="082D6E"/>
                  </a:solidFill>
                </a:rPr>
                <a:t>50</a:t>
              </a:r>
            </a:p>
          </p:txBody>
        </p:sp>
        <p:sp>
          <p:nvSpPr>
            <p:cNvPr id="26" name="TextBox 25">
              <a:extLst>
                <a:ext uri="{FF2B5EF4-FFF2-40B4-BE49-F238E27FC236}">
                  <a16:creationId xmlns:a16="http://schemas.microsoft.com/office/drawing/2014/main" id="{86805BD9-C9A9-4116-8D2F-26E3FB54B83C}"/>
                </a:ext>
              </a:extLst>
            </p:cNvPr>
            <p:cNvSpPr txBox="1"/>
            <p:nvPr/>
          </p:nvSpPr>
          <p:spPr>
            <a:xfrm>
              <a:off x="488015" y="3248040"/>
              <a:ext cx="337607" cy="276999"/>
            </a:xfrm>
            <a:prstGeom prst="rect">
              <a:avLst/>
            </a:prstGeom>
            <a:noFill/>
          </p:spPr>
          <p:txBody>
            <a:bodyPr wrap="square" rtlCol="0">
              <a:spAutoFit/>
            </a:bodyPr>
            <a:lstStyle/>
            <a:p>
              <a:pPr algn="r"/>
              <a:r>
                <a:rPr lang="en-US" altLang="ko-KR" sz="1200" dirty="0">
                  <a:solidFill>
                    <a:srgbClr val="082D6E"/>
                  </a:solidFill>
                </a:rPr>
                <a:t>60</a:t>
              </a:r>
            </a:p>
          </p:txBody>
        </p:sp>
        <p:sp>
          <p:nvSpPr>
            <p:cNvPr id="27" name="TextBox 26">
              <a:extLst>
                <a:ext uri="{FF2B5EF4-FFF2-40B4-BE49-F238E27FC236}">
                  <a16:creationId xmlns:a16="http://schemas.microsoft.com/office/drawing/2014/main" id="{526D5700-D16E-46B8-A7D6-FDA324F6C62B}"/>
                </a:ext>
              </a:extLst>
            </p:cNvPr>
            <p:cNvSpPr txBox="1"/>
            <p:nvPr/>
          </p:nvSpPr>
          <p:spPr>
            <a:xfrm>
              <a:off x="488015" y="5607719"/>
              <a:ext cx="337607" cy="276999"/>
            </a:xfrm>
            <a:prstGeom prst="rect">
              <a:avLst/>
            </a:prstGeom>
            <a:noFill/>
          </p:spPr>
          <p:txBody>
            <a:bodyPr wrap="square" rtlCol="0">
              <a:spAutoFit/>
            </a:bodyPr>
            <a:lstStyle/>
            <a:p>
              <a:pPr algn="r"/>
              <a:r>
                <a:rPr lang="en-US" altLang="ko-KR" sz="1200" dirty="0">
                  <a:solidFill>
                    <a:srgbClr val="082D6E"/>
                  </a:solidFill>
                </a:rPr>
                <a:t>0</a:t>
              </a:r>
            </a:p>
          </p:txBody>
        </p:sp>
      </p:grpSp>
      <p:grpSp>
        <p:nvGrpSpPr>
          <p:cNvPr id="28" name="그래픽 21">
            <a:extLst>
              <a:ext uri="{FF2B5EF4-FFF2-40B4-BE49-F238E27FC236}">
                <a16:creationId xmlns:a16="http://schemas.microsoft.com/office/drawing/2014/main" id="{7083010C-4043-4BDE-B808-B641241D5602}"/>
              </a:ext>
            </a:extLst>
          </p:cNvPr>
          <p:cNvGrpSpPr/>
          <p:nvPr/>
        </p:nvGrpSpPr>
        <p:grpSpPr>
          <a:xfrm>
            <a:off x="4750357" y="2119509"/>
            <a:ext cx="6478900" cy="2464872"/>
            <a:chOff x="856003" y="3347443"/>
            <a:chExt cx="6469364" cy="2464872"/>
          </a:xfrm>
        </p:grpSpPr>
        <p:sp>
          <p:nvSpPr>
            <p:cNvPr id="29" name="자유형: 도형 28">
              <a:extLst>
                <a:ext uri="{FF2B5EF4-FFF2-40B4-BE49-F238E27FC236}">
                  <a16:creationId xmlns:a16="http://schemas.microsoft.com/office/drawing/2014/main" id="{412AFC3F-8F04-453F-AAC3-188B8DD569C9}"/>
                </a:ext>
              </a:extLst>
            </p:cNvPr>
            <p:cNvSpPr/>
            <p:nvPr/>
          </p:nvSpPr>
          <p:spPr>
            <a:xfrm>
              <a:off x="856003" y="3347443"/>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a:solidFill>
                  <a:srgbClr val="082D6E"/>
                </a:solidFill>
              </a:endParaRPr>
            </a:p>
          </p:txBody>
        </p:sp>
        <p:sp>
          <p:nvSpPr>
            <p:cNvPr id="30" name="자유형: 도형 29">
              <a:extLst>
                <a:ext uri="{FF2B5EF4-FFF2-40B4-BE49-F238E27FC236}">
                  <a16:creationId xmlns:a16="http://schemas.microsoft.com/office/drawing/2014/main" id="{7C2AE671-46A4-4853-8B5F-4DD00F95C892}"/>
                </a:ext>
              </a:extLst>
            </p:cNvPr>
            <p:cNvSpPr/>
            <p:nvPr/>
          </p:nvSpPr>
          <p:spPr>
            <a:xfrm>
              <a:off x="856003" y="3740723"/>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a:solidFill>
                  <a:srgbClr val="082D6E"/>
                </a:solidFill>
              </a:endParaRPr>
            </a:p>
          </p:txBody>
        </p:sp>
        <p:sp>
          <p:nvSpPr>
            <p:cNvPr id="31" name="자유형: 도형 30">
              <a:extLst>
                <a:ext uri="{FF2B5EF4-FFF2-40B4-BE49-F238E27FC236}">
                  <a16:creationId xmlns:a16="http://schemas.microsoft.com/office/drawing/2014/main" id="{42730B48-3EF0-4954-8DD5-DC53C797C86F}"/>
                </a:ext>
              </a:extLst>
            </p:cNvPr>
            <p:cNvSpPr/>
            <p:nvPr/>
          </p:nvSpPr>
          <p:spPr>
            <a:xfrm>
              <a:off x="856003" y="4134003"/>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a:solidFill>
                  <a:srgbClr val="082D6E"/>
                </a:solidFill>
              </a:endParaRPr>
            </a:p>
          </p:txBody>
        </p:sp>
        <p:sp>
          <p:nvSpPr>
            <p:cNvPr id="32" name="자유형: 도형 31">
              <a:extLst>
                <a:ext uri="{FF2B5EF4-FFF2-40B4-BE49-F238E27FC236}">
                  <a16:creationId xmlns:a16="http://schemas.microsoft.com/office/drawing/2014/main" id="{93564DAB-7344-4C4C-89AD-97F2F1D2F826}"/>
                </a:ext>
              </a:extLst>
            </p:cNvPr>
            <p:cNvSpPr/>
            <p:nvPr/>
          </p:nvSpPr>
          <p:spPr>
            <a:xfrm>
              <a:off x="856003" y="4527283"/>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a:solidFill>
                  <a:srgbClr val="082D6E"/>
                </a:solidFill>
              </a:endParaRPr>
            </a:p>
          </p:txBody>
        </p:sp>
        <p:sp>
          <p:nvSpPr>
            <p:cNvPr id="33" name="자유형: 도형 32">
              <a:extLst>
                <a:ext uri="{FF2B5EF4-FFF2-40B4-BE49-F238E27FC236}">
                  <a16:creationId xmlns:a16="http://schemas.microsoft.com/office/drawing/2014/main" id="{ABFB514E-DA6D-4966-9F86-7F47DC4ACA26}"/>
                </a:ext>
              </a:extLst>
            </p:cNvPr>
            <p:cNvSpPr/>
            <p:nvPr/>
          </p:nvSpPr>
          <p:spPr>
            <a:xfrm>
              <a:off x="856003" y="4920563"/>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a:solidFill>
                  <a:srgbClr val="082D6E"/>
                </a:solidFill>
              </a:endParaRPr>
            </a:p>
          </p:txBody>
        </p:sp>
        <p:sp>
          <p:nvSpPr>
            <p:cNvPr id="34" name="자유형: 도형 33">
              <a:extLst>
                <a:ext uri="{FF2B5EF4-FFF2-40B4-BE49-F238E27FC236}">
                  <a16:creationId xmlns:a16="http://schemas.microsoft.com/office/drawing/2014/main" id="{E5BD2F36-94B7-45A4-AD87-B82E2B3044F6}"/>
                </a:ext>
              </a:extLst>
            </p:cNvPr>
            <p:cNvSpPr/>
            <p:nvPr/>
          </p:nvSpPr>
          <p:spPr>
            <a:xfrm>
              <a:off x="856003" y="5313843"/>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dirty="0">
                <a:solidFill>
                  <a:srgbClr val="082D6E"/>
                </a:solidFill>
              </a:endParaRPr>
            </a:p>
          </p:txBody>
        </p:sp>
        <p:sp>
          <p:nvSpPr>
            <p:cNvPr id="35" name="자유형: 도형 34">
              <a:extLst>
                <a:ext uri="{FF2B5EF4-FFF2-40B4-BE49-F238E27FC236}">
                  <a16:creationId xmlns:a16="http://schemas.microsoft.com/office/drawing/2014/main" id="{E18058CD-E023-4CDC-8115-22E792ABDA82}"/>
                </a:ext>
              </a:extLst>
            </p:cNvPr>
            <p:cNvSpPr/>
            <p:nvPr/>
          </p:nvSpPr>
          <p:spPr>
            <a:xfrm>
              <a:off x="856003" y="5707122"/>
              <a:ext cx="6469364" cy="105193"/>
            </a:xfrm>
            <a:custGeom>
              <a:avLst/>
              <a:gdLst>
                <a:gd name="connsiteX0" fmla="*/ 54382 w 6469363"/>
                <a:gd name="connsiteY0" fmla="*/ 54382 h 105192"/>
                <a:gd name="connsiteX1" fmla="*/ 6431702 w 6469363"/>
                <a:gd name="connsiteY1" fmla="*/ 54382 h 105192"/>
              </a:gdLst>
              <a:ahLst/>
              <a:cxnLst>
                <a:cxn ang="0">
                  <a:pos x="connsiteX0" y="connsiteY0"/>
                </a:cxn>
                <a:cxn ang="0">
                  <a:pos x="connsiteX1" y="connsiteY1"/>
                </a:cxn>
              </a:cxnLst>
              <a:rect l="l" t="t" r="r" b="b"/>
              <a:pathLst>
                <a:path w="6469363" h="105192">
                  <a:moveTo>
                    <a:pt x="54382" y="54382"/>
                  </a:moveTo>
                  <a:lnTo>
                    <a:pt x="6431702" y="54382"/>
                  </a:lnTo>
                </a:path>
              </a:pathLst>
            </a:custGeom>
            <a:ln w="1270" cap="flat">
              <a:solidFill>
                <a:srgbClr val="ADEDF7"/>
              </a:solidFill>
              <a:prstDash val="solid"/>
              <a:miter/>
            </a:ln>
          </p:spPr>
          <p:txBody>
            <a:bodyPr rtlCol="0" anchor="ctr"/>
            <a:lstStyle/>
            <a:p>
              <a:endParaRPr lang="ko-KR" altLang="en-US" dirty="0">
                <a:solidFill>
                  <a:srgbClr val="082D6E"/>
                </a:solidFill>
              </a:endParaRPr>
            </a:p>
          </p:txBody>
        </p:sp>
      </p:grpSp>
      <p:sp>
        <p:nvSpPr>
          <p:cNvPr id="36" name="TextBox 35">
            <a:extLst>
              <a:ext uri="{FF2B5EF4-FFF2-40B4-BE49-F238E27FC236}">
                <a16:creationId xmlns:a16="http://schemas.microsoft.com/office/drawing/2014/main" id="{BF2E712F-642F-4336-AAEC-10329526E5F5}"/>
              </a:ext>
            </a:extLst>
          </p:cNvPr>
          <p:cNvSpPr txBox="1"/>
          <p:nvPr/>
        </p:nvSpPr>
        <p:spPr>
          <a:xfrm>
            <a:off x="5853468" y="4593906"/>
            <a:ext cx="1099810" cy="261610"/>
          </a:xfrm>
          <a:prstGeom prst="rect">
            <a:avLst/>
          </a:prstGeom>
          <a:noFill/>
        </p:spPr>
        <p:txBody>
          <a:bodyPr wrap="square" rtlCol="0">
            <a:spAutoFit/>
          </a:bodyPr>
          <a:lstStyle/>
          <a:p>
            <a:pPr algn="ctr"/>
            <a:r>
              <a:rPr lang="en-US" altLang="ko-KR" sz="1100" dirty="0">
                <a:solidFill>
                  <a:srgbClr val="082D6E"/>
                </a:solidFill>
              </a:rPr>
              <a:t>Item</a:t>
            </a:r>
            <a:r>
              <a:rPr lang="ko-KR" altLang="en-US" sz="1100" dirty="0">
                <a:solidFill>
                  <a:srgbClr val="082D6E"/>
                </a:solidFill>
              </a:rPr>
              <a:t> </a:t>
            </a:r>
            <a:r>
              <a:rPr lang="en-US" altLang="ko-KR" sz="1100" dirty="0">
                <a:solidFill>
                  <a:srgbClr val="082D6E"/>
                </a:solidFill>
              </a:rPr>
              <a:t>02</a:t>
            </a:r>
          </a:p>
        </p:txBody>
      </p:sp>
      <p:sp>
        <p:nvSpPr>
          <p:cNvPr id="37" name="TextBox 36">
            <a:extLst>
              <a:ext uri="{FF2B5EF4-FFF2-40B4-BE49-F238E27FC236}">
                <a16:creationId xmlns:a16="http://schemas.microsoft.com/office/drawing/2014/main" id="{8E7DD560-446F-4B3F-8772-53842CEFEFF1}"/>
              </a:ext>
            </a:extLst>
          </p:cNvPr>
          <p:cNvSpPr txBox="1"/>
          <p:nvPr/>
        </p:nvSpPr>
        <p:spPr>
          <a:xfrm>
            <a:off x="6910978" y="4593906"/>
            <a:ext cx="1099810" cy="261610"/>
          </a:xfrm>
          <a:prstGeom prst="rect">
            <a:avLst/>
          </a:prstGeom>
          <a:noFill/>
        </p:spPr>
        <p:txBody>
          <a:bodyPr wrap="square" rtlCol="0">
            <a:spAutoFit/>
          </a:bodyPr>
          <a:lstStyle/>
          <a:p>
            <a:pPr algn="ctr"/>
            <a:r>
              <a:rPr lang="en-US" altLang="ko-KR" sz="1100" dirty="0">
                <a:solidFill>
                  <a:srgbClr val="082D6E"/>
                </a:solidFill>
              </a:rPr>
              <a:t>Item</a:t>
            </a:r>
            <a:r>
              <a:rPr lang="ko-KR" altLang="en-US" sz="1100" dirty="0">
                <a:solidFill>
                  <a:srgbClr val="082D6E"/>
                </a:solidFill>
              </a:rPr>
              <a:t> </a:t>
            </a:r>
            <a:r>
              <a:rPr lang="en-US" altLang="ko-KR" sz="1100" dirty="0">
                <a:solidFill>
                  <a:srgbClr val="082D6E"/>
                </a:solidFill>
              </a:rPr>
              <a:t>03</a:t>
            </a:r>
          </a:p>
        </p:txBody>
      </p:sp>
      <p:sp>
        <p:nvSpPr>
          <p:cNvPr id="38" name="TextBox 37">
            <a:extLst>
              <a:ext uri="{FF2B5EF4-FFF2-40B4-BE49-F238E27FC236}">
                <a16:creationId xmlns:a16="http://schemas.microsoft.com/office/drawing/2014/main" id="{407B4219-822C-4719-94C5-5898728FD357}"/>
              </a:ext>
            </a:extLst>
          </p:cNvPr>
          <p:cNvSpPr txBox="1"/>
          <p:nvPr/>
        </p:nvSpPr>
        <p:spPr>
          <a:xfrm>
            <a:off x="8006163" y="4593906"/>
            <a:ext cx="1099810" cy="261610"/>
          </a:xfrm>
          <a:prstGeom prst="rect">
            <a:avLst/>
          </a:prstGeom>
          <a:noFill/>
        </p:spPr>
        <p:txBody>
          <a:bodyPr wrap="square" rtlCol="0">
            <a:spAutoFit/>
          </a:bodyPr>
          <a:lstStyle/>
          <a:p>
            <a:pPr algn="ctr"/>
            <a:r>
              <a:rPr lang="en-US" altLang="ko-KR" sz="1100" dirty="0">
                <a:solidFill>
                  <a:srgbClr val="082D6E"/>
                </a:solidFill>
              </a:rPr>
              <a:t>Item</a:t>
            </a:r>
            <a:r>
              <a:rPr lang="ko-KR" altLang="en-US" sz="1100" dirty="0">
                <a:solidFill>
                  <a:srgbClr val="082D6E"/>
                </a:solidFill>
              </a:rPr>
              <a:t> </a:t>
            </a:r>
            <a:r>
              <a:rPr lang="en-US" altLang="ko-KR" sz="1100" dirty="0">
                <a:solidFill>
                  <a:srgbClr val="082D6E"/>
                </a:solidFill>
              </a:rPr>
              <a:t>04</a:t>
            </a:r>
          </a:p>
        </p:txBody>
      </p:sp>
      <p:sp>
        <p:nvSpPr>
          <p:cNvPr id="39" name="TextBox 38">
            <a:extLst>
              <a:ext uri="{FF2B5EF4-FFF2-40B4-BE49-F238E27FC236}">
                <a16:creationId xmlns:a16="http://schemas.microsoft.com/office/drawing/2014/main" id="{C5C8B0DC-E724-41A4-8B16-3C452AAC2C3F}"/>
              </a:ext>
            </a:extLst>
          </p:cNvPr>
          <p:cNvSpPr txBox="1"/>
          <p:nvPr/>
        </p:nvSpPr>
        <p:spPr>
          <a:xfrm>
            <a:off x="9059048" y="4593906"/>
            <a:ext cx="1099810" cy="261610"/>
          </a:xfrm>
          <a:prstGeom prst="rect">
            <a:avLst/>
          </a:prstGeom>
          <a:noFill/>
        </p:spPr>
        <p:txBody>
          <a:bodyPr wrap="square" rtlCol="0">
            <a:spAutoFit/>
          </a:bodyPr>
          <a:lstStyle/>
          <a:p>
            <a:pPr algn="ctr"/>
            <a:r>
              <a:rPr lang="en-US" altLang="ko-KR" sz="1100" dirty="0">
                <a:solidFill>
                  <a:srgbClr val="082D6E"/>
                </a:solidFill>
              </a:rPr>
              <a:t>Item</a:t>
            </a:r>
            <a:r>
              <a:rPr lang="ko-KR" altLang="en-US" sz="1100" dirty="0">
                <a:solidFill>
                  <a:srgbClr val="082D6E"/>
                </a:solidFill>
              </a:rPr>
              <a:t> </a:t>
            </a:r>
            <a:r>
              <a:rPr lang="en-US" altLang="ko-KR" sz="1100" dirty="0">
                <a:solidFill>
                  <a:srgbClr val="082D6E"/>
                </a:solidFill>
              </a:rPr>
              <a:t>05</a:t>
            </a:r>
          </a:p>
        </p:txBody>
      </p:sp>
      <p:sp>
        <p:nvSpPr>
          <p:cNvPr id="40" name="TextBox 39">
            <a:extLst>
              <a:ext uri="{FF2B5EF4-FFF2-40B4-BE49-F238E27FC236}">
                <a16:creationId xmlns:a16="http://schemas.microsoft.com/office/drawing/2014/main" id="{8E140AD3-0706-41AF-A7E1-6CE8FB3BE15C}"/>
              </a:ext>
            </a:extLst>
          </p:cNvPr>
          <p:cNvSpPr txBox="1"/>
          <p:nvPr/>
        </p:nvSpPr>
        <p:spPr>
          <a:xfrm>
            <a:off x="10129447" y="4593906"/>
            <a:ext cx="1099810" cy="261610"/>
          </a:xfrm>
          <a:prstGeom prst="rect">
            <a:avLst/>
          </a:prstGeom>
          <a:noFill/>
        </p:spPr>
        <p:txBody>
          <a:bodyPr wrap="square" rtlCol="0">
            <a:spAutoFit/>
          </a:bodyPr>
          <a:lstStyle/>
          <a:p>
            <a:pPr algn="ctr"/>
            <a:r>
              <a:rPr lang="en-US" altLang="ko-KR" sz="1100" dirty="0">
                <a:solidFill>
                  <a:srgbClr val="082D6E"/>
                </a:solidFill>
              </a:rPr>
              <a:t>Item</a:t>
            </a:r>
            <a:r>
              <a:rPr lang="ko-KR" altLang="en-US" sz="1100" dirty="0">
                <a:solidFill>
                  <a:srgbClr val="082D6E"/>
                </a:solidFill>
              </a:rPr>
              <a:t> </a:t>
            </a:r>
            <a:r>
              <a:rPr lang="en-US" altLang="ko-KR" sz="1100" dirty="0">
                <a:solidFill>
                  <a:srgbClr val="082D6E"/>
                </a:solidFill>
              </a:rPr>
              <a:t>06</a:t>
            </a:r>
          </a:p>
        </p:txBody>
      </p:sp>
      <p:sp>
        <p:nvSpPr>
          <p:cNvPr id="41" name="TextBox 40">
            <a:extLst>
              <a:ext uri="{FF2B5EF4-FFF2-40B4-BE49-F238E27FC236}">
                <a16:creationId xmlns:a16="http://schemas.microsoft.com/office/drawing/2014/main" id="{3C8FE890-B861-4277-812D-4EB2AECAB6EE}"/>
              </a:ext>
            </a:extLst>
          </p:cNvPr>
          <p:cNvSpPr txBox="1"/>
          <p:nvPr/>
        </p:nvSpPr>
        <p:spPr>
          <a:xfrm>
            <a:off x="1203157" y="3603778"/>
            <a:ext cx="2877211" cy="954107"/>
          </a:xfrm>
          <a:prstGeom prst="rect">
            <a:avLst/>
          </a:prstGeom>
          <a:noFill/>
        </p:spPr>
        <p:txBody>
          <a:bodyPr wrap="square" rtlCol="0">
            <a:spAutoFit/>
          </a:bodyPr>
          <a:lstStyle>
            <a:defPPr>
              <a:defRPr lang="ko-KR"/>
            </a:defPPr>
            <a:lvl1pPr>
              <a:defRPr sz="1100"/>
            </a:lvl1pPr>
          </a:lstStyle>
          <a:p>
            <a:r>
              <a:rPr lang="en-US" altLang="ko-KR" sz="1400" dirty="0">
                <a:solidFill>
                  <a:srgbClr val="082D6E"/>
                </a:solidFill>
              </a:rPr>
              <a:t>Ut </a:t>
            </a:r>
            <a:r>
              <a:rPr lang="en-US" altLang="ko-KR" sz="1400" dirty="0" err="1">
                <a:solidFill>
                  <a:srgbClr val="082D6E"/>
                </a:solidFill>
              </a:rPr>
              <a:t>enim</a:t>
            </a:r>
            <a:r>
              <a:rPr lang="en-US" altLang="ko-KR" sz="1400" dirty="0">
                <a:solidFill>
                  <a:srgbClr val="082D6E"/>
                </a:solidFill>
              </a:rPr>
              <a:t> ad minim </a:t>
            </a:r>
            <a:r>
              <a:rPr lang="en-US" altLang="ko-KR" sz="1400" dirty="0" err="1">
                <a:solidFill>
                  <a:srgbClr val="082D6E"/>
                </a:solidFill>
              </a:rPr>
              <a:t>veniam</a:t>
            </a:r>
            <a:r>
              <a:rPr lang="en-US" altLang="ko-KR" sz="1400" dirty="0">
                <a:solidFill>
                  <a:srgbClr val="082D6E"/>
                </a:solidFill>
              </a:rPr>
              <a:t>, </a:t>
            </a:r>
            <a:r>
              <a:rPr lang="en-US" altLang="ko-KR" sz="1400" dirty="0" err="1">
                <a:solidFill>
                  <a:srgbClr val="082D6E"/>
                </a:solidFill>
              </a:rPr>
              <a:t>quis</a:t>
            </a:r>
            <a:r>
              <a:rPr lang="en-US" altLang="ko-KR" sz="1400" dirty="0">
                <a:solidFill>
                  <a:srgbClr val="082D6E"/>
                </a:solidFill>
              </a:rPr>
              <a:t> </a:t>
            </a:r>
            <a:r>
              <a:rPr lang="en-US" altLang="ko-KR" sz="1400" dirty="0" err="1">
                <a:solidFill>
                  <a:srgbClr val="082D6E"/>
                </a:solidFill>
              </a:rPr>
              <a:t>nostrud</a:t>
            </a:r>
            <a:r>
              <a:rPr lang="en-US" altLang="ko-KR" sz="1400" dirty="0">
                <a:solidFill>
                  <a:srgbClr val="082D6E"/>
                </a:solidFill>
              </a:rPr>
              <a:t> exercitation </a:t>
            </a:r>
            <a:r>
              <a:rPr lang="en-US" altLang="ko-KR" sz="1400" dirty="0" err="1">
                <a:solidFill>
                  <a:srgbClr val="082D6E"/>
                </a:solidFill>
              </a:rPr>
              <a:t>ullamco</a:t>
            </a:r>
            <a:r>
              <a:rPr lang="en-US" altLang="ko-KR" sz="1400" dirty="0">
                <a:solidFill>
                  <a:srgbClr val="082D6E"/>
                </a:solidFill>
              </a:rPr>
              <a:t> </a:t>
            </a:r>
            <a:r>
              <a:rPr lang="en-US" altLang="ko-KR" sz="1400" dirty="0" err="1">
                <a:solidFill>
                  <a:srgbClr val="082D6E"/>
                </a:solidFill>
              </a:rPr>
              <a:t>laboris</a:t>
            </a:r>
            <a:r>
              <a:rPr lang="en-US" altLang="ko-KR" sz="1400" dirty="0">
                <a:solidFill>
                  <a:srgbClr val="082D6E"/>
                </a:solidFill>
              </a:rPr>
              <a:t> nisi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aliquip</a:t>
            </a:r>
            <a:r>
              <a:rPr lang="en-US" altLang="ko-KR" sz="1400" dirty="0">
                <a:solidFill>
                  <a:srgbClr val="082D6E"/>
                </a:solidFill>
              </a:rPr>
              <a:t> ex </a:t>
            </a:r>
            <a:r>
              <a:rPr lang="en-US" altLang="ko-KR" sz="1400" dirty="0" err="1">
                <a:solidFill>
                  <a:srgbClr val="082D6E"/>
                </a:solidFill>
              </a:rPr>
              <a:t>ea</a:t>
            </a:r>
            <a:r>
              <a:rPr lang="en-US" altLang="ko-KR" sz="1400" dirty="0">
                <a:solidFill>
                  <a:srgbClr val="082D6E"/>
                </a:solidFill>
              </a:rPr>
              <a:t> </a:t>
            </a:r>
            <a:r>
              <a:rPr lang="en-US" altLang="ko-KR" sz="1400" dirty="0" err="1">
                <a:solidFill>
                  <a:srgbClr val="082D6E"/>
                </a:solidFill>
              </a:rPr>
              <a:t>commodo</a:t>
            </a:r>
            <a:r>
              <a:rPr lang="en-US" altLang="ko-KR" sz="1400" dirty="0">
                <a:solidFill>
                  <a:srgbClr val="082D6E"/>
                </a:solidFill>
              </a:rPr>
              <a:t> </a:t>
            </a:r>
            <a:r>
              <a:rPr lang="en-US" altLang="ko-KR" sz="1400" dirty="0" err="1">
                <a:solidFill>
                  <a:srgbClr val="082D6E"/>
                </a:solidFill>
              </a:rPr>
              <a:t>consequat</a:t>
            </a:r>
            <a:r>
              <a:rPr lang="en-US" altLang="ko-KR" sz="1400" dirty="0">
                <a:solidFill>
                  <a:srgbClr val="082D6E"/>
                </a:solidFill>
              </a:rPr>
              <a:t>.</a:t>
            </a:r>
          </a:p>
        </p:txBody>
      </p:sp>
      <p:sp>
        <p:nvSpPr>
          <p:cNvPr id="42" name="TextBox 41">
            <a:extLst>
              <a:ext uri="{FF2B5EF4-FFF2-40B4-BE49-F238E27FC236}">
                <a16:creationId xmlns:a16="http://schemas.microsoft.com/office/drawing/2014/main" id="{43227BF2-31BE-4689-99EB-73CAED6C7196}"/>
              </a:ext>
            </a:extLst>
          </p:cNvPr>
          <p:cNvSpPr txBox="1"/>
          <p:nvPr/>
        </p:nvSpPr>
        <p:spPr>
          <a:xfrm>
            <a:off x="1203157" y="2002484"/>
            <a:ext cx="2877211" cy="954107"/>
          </a:xfrm>
          <a:prstGeom prst="rect">
            <a:avLst/>
          </a:prstGeom>
          <a:noFill/>
        </p:spPr>
        <p:txBody>
          <a:bodyPr wrap="square" rtlCol="0">
            <a:spAutoFit/>
          </a:bodyPr>
          <a:lstStyle/>
          <a:p>
            <a:r>
              <a:rPr lang="en-US" altLang="ko-KR" sz="2800" dirty="0">
                <a:solidFill>
                  <a:srgbClr val="082D6E"/>
                </a:solidFill>
                <a:latin typeface="+mj-lt"/>
                <a:cs typeface="Arial" panose="020B0604020202020204" pitchFamily="34" charset="0"/>
              </a:rPr>
              <a:t>Insert Your</a:t>
            </a:r>
          </a:p>
          <a:p>
            <a:r>
              <a:rPr lang="en-US" altLang="ko-KR" sz="2800" dirty="0">
                <a:solidFill>
                  <a:srgbClr val="082D6E"/>
                </a:solidFill>
                <a:latin typeface="+mj-lt"/>
                <a:cs typeface="Arial" panose="020B0604020202020204" pitchFamily="34" charset="0"/>
              </a:rPr>
              <a:t>Title Here</a:t>
            </a:r>
            <a:endParaRPr lang="ko-KR" altLang="en-US" sz="2800" dirty="0">
              <a:solidFill>
                <a:srgbClr val="082D6E"/>
              </a:solidFill>
              <a:latin typeface="+mj-lt"/>
              <a:cs typeface="Arial" panose="020B0604020202020204" pitchFamily="34" charset="0"/>
            </a:endParaRPr>
          </a:p>
        </p:txBody>
      </p:sp>
    </p:spTree>
    <p:extLst>
      <p:ext uri="{BB962C8B-B14F-4D97-AF65-F5344CB8AC3E}">
        <p14:creationId xmlns:p14="http://schemas.microsoft.com/office/powerpoint/2010/main" val="185879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B3A7A5AB-EC1A-4CFA-A96B-AF0427F1D791}"/>
              </a:ext>
            </a:extLst>
          </p:cNvPr>
          <p:cNvSpPr txBox="1"/>
          <p:nvPr/>
        </p:nvSpPr>
        <p:spPr>
          <a:xfrm>
            <a:off x="2484726" y="1201499"/>
            <a:ext cx="7222548" cy="523220"/>
          </a:xfrm>
          <a:prstGeom prst="rect">
            <a:avLst/>
          </a:prstGeom>
          <a:noFill/>
        </p:spPr>
        <p:txBody>
          <a:bodyPr wrap="square" rtlCol="0">
            <a:spAutoFit/>
          </a:bodyPr>
          <a:lstStyle/>
          <a:p>
            <a:pPr algn="ctr"/>
            <a:r>
              <a:rPr lang="en-US" altLang="ko-KR" sz="2800" dirty="0">
                <a:solidFill>
                  <a:srgbClr val="082D6E"/>
                </a:solidFill>
                <a:latin typeface="+mj-lt"/>
                <a:cs typeface="Arial" panose="020B0604020202020204" pitchFamily="34" charset="0"/>
              </a:rPr>
              <a:t>Insert Your Title Here</a:t>
            </a:r>
            <a:endParaRPr lang="ko-KR" altLang="en-US" sz="2800" dirty="0">
              <a:solidFill>
                <a:srgbClr val="082D6E"/>
              </a:solidFill>
              <a:latin typeface="+mj-lt"/>
              <a:cs typeface="Arial" panose="020B0604020202020204" pitchFamily="34" charset="0"/>
            </a:endParaRPr>
          </a:p>
        </p:txBody>
      </p:sp>
      <p:sp>
        <p:nvSpPr>
          <p:cNvPr id="23" name="TextBox 22">
            <a:extLst>
              <a:ext uri="{FF2B5EF4-FFF2-40B4-BE49-F238E27FC236}">
                <a16:creationId xmlns:a16="http://schemas.microsoft.com/office/drawing/2014/main" id="{A1A1C560-01E4-4C92-B990-39F88BAAFB11}"/>
              </a:ext>
            </a:extLst>
          </p:cNvPr>
          <p:cNvSpPr txBox="1"/>
          <p:nvPr/>
        </p:nvSpPr>
        <p:spPr>
          <a:xfrm>
            <a:off x="8563274" y="5025533"/>
            <a:ext cx="2303418" cy="738664"/>
          </a:xfrm>
          <a:prstGeom prst="rect">
            <a:avLst/>
          </a:prstGeom>
          <a:noFill/>
        </p:spPr>
        <p:txBody>
          <a:bodyPr wrap="square" rtlCol="0" anchor="t" anchorCtr="0">
            <a:spAutoFit/>
          </a:bodyPr>
          <a:lstStyle/>
          <a:p>
            <a:pPr algn="ct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endParaRPr lang="ko-KR" altLang="en-US" sz="1400" dirty="0">
              <a:solidFill>
                <a:srgbClr val="082D6E"/>
              </a:solidFill>
            </a:endParaRPr>
          </a:p>
        </p:txBody>
      </p:sp>
      <p:sp>
        <p:nvSpPr>
          <p:cNvPr id="24" name="직사각형 23">
            <a:extLst>
              <a:ext uri="{FF2B5EF4-FFF2-40B4-BE49-F238E27FC236}">
                <a16:creationId xmlns:a16="http://schemas.microsoft.com/office/drawing/2014/main" id="{4E2132E6-B8DB-44EC-8A95-238A808FA479}"/>
              </a:ext>
            </a:extLst>
          </p:cNvPr>
          <p:cNvSpPr/>
          <p:nvPr/>
        </p:nvSpPr>
        <p:spPr>
          <a:xfrm>
            <a:off x="8563273" y="4544938"/>
            <a:ext cx="2303418" cy="461665"/>
          </a:xfrm>
          <a:prstGeom prst="rect">
            <a:avLst/>
          </a:prstGeom>
        </p:spPr>
        <p:txBody>
          <a:bodyPr wrap="square" anchor="t" anchorCtr="0">
            <a:spAutoFit/>
          </a:bodyPr>
          <a:lstStyle/>
          <a:p>
            <a:pPr algn="ctr"/>
            <a:r>
              <a:rPr lang="en-US" altLang="ko-KR" sz="2400" dirty="0">
                <a:solidFill>
                  <a:srgbClr val="082D6E"/>
                </a:solidFill>
                <a:latin typeface="+mj-lt"/>
              </a:rPr>
              <a:t>Lorem ipsum</a:t>
            </a:r>
          </a:p>
        </p:txBody>
      </p:sp>
      <p:sp>
        <p:nvSpPr>
          <p:cNvPr id="25" name="TextBox 24">
            <a:extLst>
              <a:ext uri="{FF2B5EF4-FFF2-40B4-BE49-F238E27FC236}">
                <a16:creationId xmlns:a16="http://schemas.microsoft.com/office/drawing/2014/main" id="{E5089B2B-07D0-46A2-A059-D886E98027D4}"/>
              </a:ext>
            </a:extLst>
          </p:cNvPr>
          <p:cNvSpPr txBox="1"/>
          <p:nvPr/>
        </p:nvSpPr>
        <p:spPr>
          <a:xfrm>
            <a:off x="6150620" y="5025533"/>
            <a:ext cx="2303418" cy="738664"/>
          </a:xfrm>
          <a:prstGeom prst="rect">
            <a:avLst/>
          </a:prstGeom>
          <a:noFill/>
        </p:spPr>
        <p:txBody>
          <a:bodyPr wrap="square" rtlCol="0" anchor="t" anchorCtr="0">
            <a:spAutoFit/>
          </a:bodyPr>
          <a:lstStyle/>
          <a:p>
            <a:pPr algn="ct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endParaRPr lang="ko-KR" altLang="en-US" sz="1400" dirty="0">
              <a:solidFill>
                <a:srgbClr val="082D6E"/>
              </a:solidFill>
            </a:endParaRPr>
          </a:p>
        </p:txBody>
      </p:sp>
      <p:sp>
        <p:nvSpPr>
          <p:cNvPr id="26" name="직사각형 25">
            <a:extLst>
              <a:ext uri="{FF2B5EF4-FFF2-40B4-BE49-F238E27FC236}">
                <a16:creationId xmlns:a16="http://schemas.microsoft.com/office/drawing/2014/main" id="{24CBC0B5-495F-4D4B-B7D0-DB3B757026BA}"/>
              </a:ext>
            </a:extLst>
          </p:cNvPr>
          <p:cNvSpPr/>
          <p:nvPr/>
        </p:nvSpPr>
        <p:spPr>
          <a:xfrm>
            <a:off x="6150619" y="4544938"/>
            <a:ext cx="2303418" cy="461665"/>
          </a:xfrm>
          <a:prstGeom prst="rect">
            <a:avLst/>
          </a:prstGeom>
        </p:spPr>
        <p:txBody>
          <a:bodyPr wrap="square" anchor="t" anchorCtr="0">
            <a:spAutoFit/>
          </a:bodyPr>
          <a:lstStyle/>
          <a:p>
            <a:pPr algn="ctr"/>
            <a:r>
              <a:rPr lang="en-US" altLang="ko-KR" sz="2400" dirty="0">
                <a:solidFill>
                  <a:srgbClr val="082D6E"/>
                </a:solidFill>
                <a:latin typeface="+mj-lt"/>
              </a:rPr>
              <a:t>Lorem ipsum</a:t>
            </a:r>
          </a:p>
        </p:txBody>
      </p:sp>
      <p:sp>
        <p:nvSpPr>
          <p:cNvPr id="27" name="TextBox 26">
            <a:extLst>
              <a:ext uri="{FF2B5EF4-FFF2-40B4-BE49-F238E27FC236}">
                <a16:creationId xmlns:a16="http://schemas.microsoft.com/office/drawing/2014/main" id="{B5AD6C07-FEA3-42AE-9D3F-03FEBC3A48AA}"/>
              </a:ext>
            </a:extLst>
          </p:cNvPr>
          <p:cNvSpPr txBox="1"/>
          <p:nvPr/>
        </p:nvSpPr>
        <p:spPr>
          <a:xfrm>
            <a:off x="3737964" y="5025533"/>
            <a:ext cx="2303418" cy="738664"/>
          </a:xfrm>
          <a:prstGeom prst="rect">
            <a:avLst/>
          </a:prstGeom>
          <a:noFill/>
        </p:spPr>
        <p:txBody>
          <a:bodyPr wrap="square" rtlCol="0" anchor="t" anchorCtr="0">
            <a:spAutoFit/>
          </a:bodyPr>
          <a:lstStyle/>
          <a:p>
            <a:pPr algn="ct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endParaRPr lang="ko-KR" altLang="en-US" sz="1400" dirty="0">
              <a:solidFill>
                <a:srgbClr val="082D6E"/>
              </a:solidFill>
            </a:endParaRPr>
          </a:p>
        </p:txBody>
      </p:sp>
      <p:sp>
        <p:nvSpPr>
          <p:cNvPr id="28" name="직사각형 27">
            <a:extLst>
              <a:ext uri="{FF2B5EF4-FFF2-40B4-BE49-F238E27FC236}">
                <a16:creationId xmlns:a16="http://schemas.microsoft.com/office/drawing/2014/main" id="{54FDD05D-1DE9-405B-B472-9B646EB42923}"/>
              </a:ext>
            </a:extLst>
          </p:cNvPr>
          <p:cNvSpPr/>
          <p:nvPr/>
        </p:nvSpPr>
        <p:spPr>
          <a:xfrm>
            <a:off x="3737963" y="4544938"/>
            <a:ext cx="2303418" cy="461665"/>
          </a:xfrm>
          <a:prstGeom prst="rect">
            <a:avLst/>
          </a:prstGeom>
        </p:spPr>
        <p:txBody>
          <a:bodyPr wrap="square" anchor="t" anchorCtr="0">
            <a:spAutoFit/>
          </a:bodyPr>
          <a:lstStyle/>
          <a:p>
            <a:pPr algn="ctr"/>
            <a:r>
              <a:rPr lang="en-US" altLang="ko-KR" sz="2400" dirty="0">
                <a:solidFill>
                  <a:srgbClr val="082D6E"/>
                </a:solidFill>
                <a:latin typeface="+mj-lt"/>
              </a:rPr>
              <a:t>Lorem ipsum</a:t>
            </a:r>
          </a:p>
        </p:txBody>
      </p:sp>
      <p:sp>
        <p:nvSpPr>
          <p:cNvPr id="29" name="TextBox 28">
            <a:extLst>
              <a:ext uri="{FF2B5EF4-FFF2-40B4-BE49-F238E27FC236}">
                <a16:creationId xmlns:a16="http://schemas.microsoft.com/office/drawing/2014/main" id="{4D7B5E77-51EC-4CF0-BDB7-640473FA3724}"/>
              </a:ext>
            </a:extLst>
          </p:cNvPr>
          <p:cNvSpPr txBox="1"/>
          <p:nvPr/>
        </p:nvSpPr>
        <p:spPr>
          <a:xfrm>
            <a:off x="1325307" y="5025533"/>
            <a:ext cx="2303418" cy="738664"/>
          </a:xfrm>
          <a:prstGeom prst="rect">
            <a:avLst/>
          </a:prstGeom>
          <a:noFill/>
        </p:spPr>
        <p:txBody>
          <a:bodyPr wrap="square" rtlCol="0" anchor="t" anchorCtr="0">
            <a:spAutoFit/>
          </a:bodyPr>
          <a:lstStyle/>
          <a:p>
            <a:pPr algn="ct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endParaRPr lang="ko-KR" altLang="en-US" sz="1400" dirty="0">
              <a:solidFill>
                <a:srgbClr val="082D6E"/>
              </a:solidFill>
            </a:endParaRPr>
          </a:p>
        </p:txBody>
      </p:sp>
      <p:sp>
        <p:nvSpPr>
          <p:cNvPr id="30" name="직사각형 29">
            <a:extLst>
              <a:ext uri="{FF2B5EF4-FFF2-40B4-BE49-F238E27FC236}">
                <a16:creationId xmlns:a16="http://schemas.microsoft.com/office/drawing/2014/main" id="{9023BB77-9D36-480F-B1E7-BA9C33EE33C7}"/>
              </a:ext>
            </a:extLst>
          </p:cNvPr>
          <p:cNvSpPr/>
          <p:nvPr/>
        </p:nvSpPr>
        <p:spPr>
          <a:xfrm>
            <a:off x="1325306" y="4544938"/>
            <a:ext cx="2303418" cy="461665"/>
          </a:xfrm>
          <a:prstGeom prst="rect">
            <a:avLst/>
          </a:prstGeom>
        </p:spPr>
        <p:txBody>
          <a:bodyPr wrap="square" anchor="t" anchorCtr="0">
            <a:spAutoFit/>
          </a:bodyPr>
          <a:lstStyle/>
          <a:p>
            <a:pPr algn="ctr"/>
            <a:r>
              <a:rPr lang="en-US" altLang="ko-KR" sz="2400" dirty="0">
                <a:solidFill>
                  <a:srgbClr val="082D6E"/>
                </a:solidFill>
                <a:latin typeface="+mj-lt"/>
              </a:rPr>
              <a:t>Lorem ipsum</a:t>
            </a:r>
          </a:p>
        </p:txBody>
      </p:sp>
      <p:sp>
        <p:nvSpPr>
          <p:cNvPr id="2" name="그림 개체 틀 1">
            <a:extLst>
              <a:ext uri="{FF2B5EF4-FFF2-40B4-BE49-F238E27FC236}">
                <a16:creationId xmlns:a16="http://schemas.microsoft.com/office/drawing/2014/main" id="{556A3AFA-06D1-4E71-9112-159ABD7A67F7}"/>
              </a:ext>
            </a:extLst>
          </p:cNvPr>
          <p:cNvSpPr>
            <a:spLocks noGrp="1"/>
          </p:cNvSpPr>
          <p:nvPr>
            <p:ph type="pic" sz="quarter" idx="23"/>
          </p:nvPr>
        </p:nvSpPr>
        <p:spPr/>
      </p:sp>
      <p:sp>
        <p:nvSpPr>
          <p:cNvPr id="3" name="그림 개체 틀 2">
            <a:extLst>
              <a:ext uri="{FF2B5EF4-FFF2-40B4-BE49-F238E27FC236}">
                <a16:creationId xmlns:a16="http://schemas.microsoft.com/office/drawing/2014/main" id="{0BB4ADFC-88E0-443A-A5CC-6C7DB46F2CBA}"/>
              </a:ext>
            </a:extLst>
          </p:cNvPr>
          <p:cNvSpPr>
            <a:spLocks noGrp="1"/>
          </p:cNvSpPr>
          <p:nvPr>
            <p:ph type="pic" sz="quarter" idx="27"/>
          </p:nvPr>
        </p:nvSpPr>
        <p:spPr/>
      </p:sp>
      <p:sp>
        <p:nvSpPr>
          <p:cNvPr id="4" name="그림 개체 틀 3">
            <a:extLst>
              <a:ext uri="{FF2B5EF4-FFF2-40B4-BE49-F238E27FC236}">
                <a16:creationId xmlns:a16="http://schemas.microsoft.com/office/drawing/2014/main" id="{DD0C306C-F2E7-4805-909D-031ECECB20CE}"/>
              </a:ext>
            </a:extLst>
          </p:cNvPr>
          <p:cNvSpPr>
            <a:spLocks noGrp="1"/>
          </p:cNvSpPr>
          <p:nvPr>
            <p:ph type="pic" sz="quarter" idx="28"/>
          </p:nvPr>
        </p:nvSpPr>
        <p:spPr/>
      </p:sp>
      <p:sp>
        <p:nvSpPr>
          <p:cNvPr id="5" name="그림 개체 틀 4">
            <a:extLst>
              <a:ext uri="{FF2B5EF4-FFF2-40B4-BE49-F238E27FC236}">
                <a16:creationId xmlns:a16="http://schemas.microsoft.com/office/drawing/2014/main" id="{29E67538-97E2-4BB4-B1E5-01C5C40072E1}"/>
              </a:ext>
            </a:extLst>
          </p:cNvPr>
          <p:cNvSpPr>
            <a:spLocks noGrp="1"/>
          </p:cNvSpPr>
          <p:nvPr>
            <p:ph type="pic" sz="quarter" idx="29"/>
          </p:nvPr>
        </p:nvSpPr>
        <p:spPr/>
      </p:sp>
    </p:spTree>
    <p:extLst>
      <p:ext uri="{BB962C8B-B14F-4D97-AF65-F5344CB8AC3E}">
        <p14:creationId xmlns:p14="http://schemas.microsoft.com/office/powerpoint/2010/main" val="1929347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FD6D0D3F-85C4-4E9C-B62A-8D9CCBE71798}"/>
              </a:ext>
            </a:extLst>
          </p:cNvPr>
          <p:cNvSpPr txBox="1"/>
          <p:nvPr/>
        </p:nvSpPr>
        <p:spPr>
          <a:xfrm>
            <a:off x="961056" y="1516144"/>
            <a:ext cx="3853552" cy="523220"/>
          </a:xfrm>
          <a:prstGeom prst="rect">
            <a:avLst/>
          </a:prstGeom>
          <a:noFill/>
        </p:spPr>
        <p:txBody>
          <a:bodyPr wrap="square" rtlCol="0" anchor="t" anchorCtr="0">
            <a:spAutoFit/>
          </a:bodyPr>
          <a:lstStyle>
            <a:defPPr>
              <a:defRPr lang="ko-KR"/>
            </a:defPPr>
            <a:lvl1pPr>
              <a:defRPr sz="3200" u="sng">
                <a:solidFill>
                  <a:schemeClr val="bg1"/>
                </a:solidFill>
                <a:latin typeface="+mj-lt"/>
                <a:cs typeface="Arial" panose="020B0604020202020204" pitchFamily="34" charset="0"/>
              </a:defRPr>
            </a:lvl1pPr>
          </a:lstStyle>
          <a:p>
            <a:r>
              <a:rPr lang="en-US" altLang="ko-KR" sz="2800" u="none" dirty="0">
                <a:solidFill>
                  <a:srgbClr val="082D6E"/>
                </a:solidFill>
              </a:rPr>
              <a:t>Deliverables</a:t>
            </a:r>
            <a:endParaRPr lang="ko-KR" altLang="en-US" sz="2800" u="none" dirty="0">
              <a:solidFill>
                <a:srgbClr val="082D6E"/>
              </a:solidFill>
            </a:endParaRPr>
          </a:p>
        </p:txBody>
      </p:sp>
      <p:sp>
        <p:nvSpPr>
          <p:cNvPr id="11" name="TextBox 10">
            <a:extLst>
              <a:ext uri="{FF2B5EF4-FFF2-40B4-BE49-F238E27FC236}">
                <a16:creationId xmlns:a16="http://schemas.microsoft.com/office/drawing/2014/main" id="{F3079AAE-F888-4562-8A6B-D0AB8BD63C30}"/>
              </a:ext>
            </a:extLst>
          </p:cNvPr>
          <p:cNvSpPr txBox="1"/>
          <p:nvPr/>
        </p:nvSpPr>
        <p:spPr>
          <a:xfrm>
            <a:off x="7294300" y="3885397"/>
            <a:ext cx="3894400" cy="954107"/>
          </a:xfrm>
          <a:prstGeom prst="rect">
            <a:avLst/>
          </a:prstGeom>
          <a:noFill/>
        </p:spPr>
        <p:txBody>
          <a:bodyPr wrap="square" rtlCol="0" anchor="ctr" anchorCtr="0">
            <a:spAutoFit/>
          </a:bodyPr>
          <a:lstStyle/>
          <a:p>
            <a:pPr algn="ctr"/>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r>
              <a:rPr lang="en-US" altLang="ko-KR" sz="1400" dirty="0">
                <a:solidFill>
                  <a:srgbClr val="082D6E"/>
                </a:solidFill>
              </a:rPr>
              <a:t> </a:t>
            </a:r>
            <a:r>
              <a:rPr lang="en-US" altLang="ko-KR" sz="1400" dirty="0" err="1">
                <a:solidFill>
                  <a:srgbClr val="082D6E"/>
                </a:solidFill>
              </a:rPr>
              <a:t>incididunt</a:t>
            </a:r>
            <a:r>
              <a:rPr lang="en-US" altLang="ko-KR" sz="1400" dirty="0">
                <a:solidFill>
                  <a:srgbClr val="082D6E"/>
                </a:solidFill>
              </a:rPr>
              <a:t> </a:t>
            </a:r>
            <a:r>
              <a:rPr lang="en-US" altLang="ko-KR" sz="1400" dirty="0" err="1">
                <a:solidFill>
                  <a:srgbClr val="082D6E"/>
                </a:solidFill>
              </a:rPr>
              <a:t>ut</a:t>
            </a:r>
            <a:r>
              <a:rPr lang="en-US" altLang="ko-KR" sz="1400" dirty="0">
                <a:solidFill>
                  <a:srgbClr val="082D6E"/>
                </a:solidFill>
              </a:rPr>
              <a:t> </a:t>
            </a:r>
            <a:r>
              <a:rPr lang="en-US" altLang="ko-KR" sz="1400" dirty="0" err="1">
                <a:solidFill>
                  <a:srgbClr val="082D6E"/>
                </a:solidFill>
              </a:rPr>
              <a:t>labore</a:t>
            </a:r>
            <a:r>
              <a:rPr lang="en-US" altLang="ko-KR" sz="1400" dirty="0">
                <a:solidFill>
                  <a:srgbClr val="082D6E"/>
                </a:solidFill>
              </a:rPr>
              <a:t> et dolore magna </a:t>
            </a:r>
            <a:r>
              <a:rPr lang="en-US" altLang="ko-KR" sz="1400" dirty="0" err="1">
                <a:solidFill>
                  <a:srgbClr val="082D6E"/>
                </a:solidFill>
              </a:rPr>
              <a:t>aliqua</a:t>
            </a:r>
            <a:r>
              <a:rPr lang="en-US" altLang="ko-KR" sz="1400" dirty="0">
                <a:solidFill>
                  <a:srgbClr val="082D6E"/>
                </a:solidFill>
              </a:rPr>
              <a:t>. </a:t>
            </a:r>
          </a:p>
        </p:txBody>
      </p:sp>
      <p:sp>
        <p:nvSpPr>
          <p:cNvPr id="20" name="TextBox 19">
            <a:extLst>
              <a:ext uri="{FF2B5EF4-FFF2-40B4-BE49-F238E27FC236}">
                <a16:creationId xmlns:a16="http://schemas.microsoft.com/office/drawing/2014/main" id="{784CCD72-C8C2-4121-8BFC-4D176C9CC339}"/>
              </a:ext>
            </a:extLst>
          </p:cNvPr>
          <p:cNvSpPr txBox="1"/>
          <p:nvPr/>
        </p:nvSpPr>
        <p:spPr>
          <a:xfrm>
            <a:off x="1459739" y="2390282"/>
            <a:ext cx="2251155" cy="707886"/>
          </a:xfrm>
          <a:prstGeom prst="rect">
            <a:avLst/>
          </a:prstGeom>
          <a:noFill/>
        </p:spPr>
        <p:txBody>
          <a:bodyPr wrap="square" rtlCol="0">
            <a:spAutoFit/>
          </a:bodyPr>
          <a:lstStyle/>
          <a:p>
            <a:r>
              <a:rPr lang="en-US" altLang="ko-KR" sz="4000" dirty="0">
                <a:solidFill>
                  <a:srgbClr val="082D6E"/>
                </a:solidFill>
                <a:latin typeface="+mj-lt"/>
                <a:cs typeface="Arial" panose="020B0604020202020204" pitchFamily="34" charset="0"/>
              </a:rPr>
              <a:t>2,750</a:t>
            </a:r>
            <a:endParaRPr lang="ko-KR" altLang="en-US" sz="4000" dirty="0">
              <a:solidFill>
                <a:srgbClr val="082D6E"/>
              </a:solidFill>
              <a:latin typeface="+mj-lt"/>
              <a:cs typeface="Arial" panose="020B0604020202020204" pitchFamily="34" charset="0"/>
            </a:endParaRPr>
          </a:p>
        </p:txBody>
      </p:sp>
      <p:sp>
        <p:nvSpPr>
          <p:cNvPr id="21" name="TextBox 20">
            <a:extLst>
              <a:ext uri="{FF2B5EF4-FFF2-40B4-BE49-F238E27FC236}">
                <a16:creationId xmlns:a16="http://schemas.microsoft.com/office/drawing/2014/main" id="{34F92EEF-6302-481F-9677-CF8A33502AF8}"/>
              </a:ext>
            </a:extLst>
          </p:cNvPr>
          <p:cNvSpPr txBox="1"/>
          <p:nvPr/>
        </p:nvSpPr>
        <p:spPr>
          <a:xfrm>
            <a:off x="1459739" y="3221279"/>
            <a:ext cx="2251155" cy="369332"/>
          </a:xfrm>
          <a:prstGeom prst="rect">
            <a:avLst/>
          </a:prstGeom>
          <a:noFill/>
        </p:spPr>
        <p:txBody>
          <a:bodyPr wrap="square" rtlCol="0" anchor="t" anchorCtr="0">
            <a:spAutoFit/>
          </a:bodyPr>
          <a:lstStyle/>
          <a:p>
            <a:r>
              <a:rPr lang="en-US" altLang="ko-KR" dirty="0">
                <a:solidFill>
                  <a:srgbClr val="082D6E"/>
                </a:solidFill>
              </a:rPr>
              <a:t>Followers</a:t>
            </a:r>
            <a:endParaRPr lang="ko-KR" altLang="en-US" dirty="0">
              <a:solidFill>
                <a:srgbClr val="082D6E"/>
              </a:solidFill>
            </a:endParaRPr>
          </a:p>
        </p:txBody>
      </p:sp>
      <p:sp>
        <p:nvSpPr>
          <p:cNvPr id="22" name="TextBox 21">
            <a:extLst>
              <a:ext uri="{FF2B5EF4-FFF2-40B4-BE49-F238E27FC236}">
                <a16:creationId xmlns:a16="http://schemas.microsoft.com/office/drawing/2014/main" id="{AAD6827E-2540-4828-B504-4048367B14C5}"/>
              </a:ext>
            </a:extLst>
          </p:cNvPr>
          <p:cNvSpPr txBox="1"/>
          <p:nvPr/>
        </p:nvSpPr>
        <p:spPr>
          <a:xfrm>
            <a:off x="4085477" y="2390282"/>
            <a:ext cx="2251155" cy="707886"/>
          </a:xfrm>
          <a:prstGeom prst="rect">
            <a:avLst/>
          </a:prstGeom>
          <a:noFill/>
        </p:spPr>
        <p:txBody>
          <a:bodyPr wrap="square" rtlCol="0">
            <a:spAutoFit/>
          </a:bodyPr>
          <a:lstStyle/>
          <a:p>
            <a:r>
              <a:rPr lang="en-US" altLang="ko-KR" sz="4000" dirty="0">
                <a:solidFill>
                  <a:srgbClr val="082D6E"/>
                </a:solidFill>
                <a:latin typeface="+mj-lt"/>
                <a:cs typeface="Arial" panose="020B0604020202020204" pitchFamily="34" charset="0"/>
              </a:rPr>
              <a:t>300+</a:t>
            </a:r>
            <a:endParaRPr lang="ko-KR" altLang="en-US" sz="4000" dirty="0">
              <a:solidFill>
                <a:srgbClr val="082D6E"/>
              </a:solidFill>
              <a:latin typeface="+mj-lt"/>
              <a:cs typeface="Arial" panose="020B0604020202020204" pitchFamily="34" charset="0"/>
            </a:endParaRPr>
          </a:p>
        </p:txBody>
      </p:sp>
      <p:sp>
        <p:nvSpPr>
          <p:cNvPr id="23" name="TextBox 22">
            <a:extLst>
              <a:ext uri="{FF2B5EF4-FFF2-40B4-BE49-F238E27FC236}">
                <a16:creationId xmlns:a16="http://schemas.microsoft.com/office/drawing/2014/main" id="{7F316A2C-9C6F-4C57-A1A9-559628784438}"/>
              </a:ext>
            </a:extLst>
          </p:cNvPr>
          <p:cNvSpPr txBox="1"/>
          <p:nvPr/>
        </p:nvSpPr>
        <p:spPr>
          <a:xfrm>
            <a:off x="4085477" y="3221279"/>
            <a:ext cx="2251155" cy="369332"/>
          </a:xfrm>
          <a:prstGeom prst="rect">
            <a:avLst/>
          </a:prstGeom>
          <a:noFill/>
        </p:spPr>
        <p:txBody>
          <a:bodyPr wrap="square" rtlCol="0" anchor="t" anchorCtr="0">
            <a:spAutoFit/>
          </a:bodyPr>
          <a:lstStyle/>
          <a:p>
            <a:r>
              <a:rPr lang="en-US" altLang="ko-KR" dirty="0">
                <a:solidFill>
                  <a:srgbClr val="082D6E"/>
                </a:solidFill>
              </a:rPr>
              <a:t>Clients</a:t>
            </a:r>
            <a:endParaRPr lang="ko-KR" altLang="en-US" dirty="0">
              <a:solidFill>
                <a:srgbClr val="082D6E"/>
              </a:solidFill>
            </a:endParaRPr>
          </a:p>
        </p:txBody>
      </p:sp>
      <p:sp>
        <p:nvSpPr>
          <p:cNvPr id="24" name="TextBox 23">
            <a:extLst>
              <a:ext uri="{FF2B5EF4-FFF2-40B4-BE49-F238E27FC236}">
                <a16:creationId xmlns:a16="http://schemas.microsoft.com/office/drawing/2014/main" id="{14DD8280-B033-451E-A2E7-5B879CB91631}"/>
              </a:ext>
            </a:extLst>
          </p:cNvPr>
          <p:cNvSpPr txBox="1"/>
          <p:nvPr/>
        </p:nvSpPr>
        <p:spPr>
          <a:xfrm>
            <a:off x="1459739" y="3903029"/>
            <a:ext cx="2251155" cy="707886"/>
          </a:xfrm>
          <a:prstGeom prst="rect">
            <a:avLst/>
          </a:prstGeom>
          <a:noFill/>
        </p:spPr>
        <p:txBody>
          <a:bodyPr wrap="square" rtlCol="0">
            <a:spAutoFit/>
          </a:bodyPr>
          <a:lstStyle/>
          <a:p>
            <a:r>
              <a:rPr lang="en-US" altLang="ko-KR" sz="4000" dirty="0">
                <a:solidFill>
                  <a:srgbClr val="082D6E"/>
                </a:solidFill>
                <a:latin typeface="+mj-lt"/>
                <a:cs typeface="Arial" panose="020B0604020202020204" pitchFamily="34" charset="0"/>
              </a:rPr>
              <a:t>5,370</a:t>
            </a:r>
            <a:endParaRPr lang="ko-KR" altLang="en-US" sz="4000" dirty="0">
              <a:solidFill>
                <a:srgbClr val="082D6E"/>
              </a:solidFill>
              <a:latin typeface="+mj-lt"/>
              <a:cs typeface="Arial" panose="020B0604020202020204" pitchFamily="34" charset="0"/>
            </a:endParaRPr>
          </a:p>
        </p:txBody>
      </p:sp>
      <p:sp>
        <p:nvSpPr>
          <p:cNvPr id="25" name="TextBox 24">
            <a:extLst>
              <a:ext uri="{FF2B5EF4-FFF2-40B4-BE49-F238E27FC236}">
                <a16:creationId xmlns:a16="http://schemas.microsoft.com/office/drawing/2014/main" id="{AD1EB2D4-B7F9-465C-95F6-B5C784E72D31}"/>
              </a:ext>
            </a:extLst>
          </p:cNvPr>
          <p:cNvSpPr txBox="1"/>
          <p:nvPr/>
        </p:nvSpPr>
        <p:spPr>
          <a:xfrm>
            <a:off x="1459739" y="4734026"/>
            <a:ext cx="2251155" cy="369332"/>
          </a:xfrm>
          <a:prstGeom prst="rect">
            <a:avLst/>
          </a:prstGeom>
          <a:noFill/>
        </p:spPr>
        <p:txBody>
          <a:bodyPr wrap="square" rtlCol="0" anchor="t" anchorCtr="0">
            <a:spAutoFit/>
          </a:bodyPr>
          <a:lstStyle/>
          <a:p>
            <a:r>
              <a:rPr lang="en-US" altLang="ko-KR" dirty="0">
                <a:solidFill>
                  <a:srgbClr val="082D6E"/>
                </a:solidFill>
              </a:rPr>
              <a:t>Sales</a:t>
            </a:r>
            <a:endParaRPr lang="ko-KR" altLang="en-US" dirty="0">
              <a:solidFill>
                <a:srgbClr val="082D6E"/>
              </a:solidFill>
            </a:endParaRPr>
          </a:p>
        </p:txBody>
      </p:sp>
      <p:sp>
        <p:nvSpPr>
          <p:cNvPr id="26" name="TextBox 25">
            <a:extLst>
              <a:ext uri="{FF2B5EF4-FFF2-40B4-BE49-F238E27FC236}">
                <a16:creationId xmlns:a16="http://schemas.microsoft.com/office/drawing/2014/main" id="{DB8752D2-44CF-43D1-B76A-0A20560CF5E8}"/>
              </a:ext>
            </a:extLst>
          </p:cNvPr>
          <p:cNvSpPr txBox="1"/>
          <p:nvPr/>
        </p:nvSpPr>
        <p:spPr>
          <a:xfrm>
            <a:off x="4085477" y="3903029"/>
            <a:ext cx="2251155" cy="707886"/>
          </a:xfrm>
          <a:prstGeom prst="rect">
            <a:avLst/>
          </a:prstGeom>
          <a:noFill/>
        </p:spPr>
        <p:txBody>
          <a:bodyPr wrap="square" rtlCol="0">
            <a:spAutoFit/>
          </a:bodyPr>
          <a:lstStyle/>
          <a:p>
            <a:r>
              <a:rPr lang="en-US" altLang="ko-KR" sz="4000" dirty="0">
                <a:solidFill>
                  <a:srgbClr val="082D6E"/>
                </a:solidFill>
                <a:latin typeface="+mj-lt"/>
                <a:cs typeface="Arial" panose="020B0604020202020204" pitchFamily="34" charset="0"/>
              </a:rPr>
              <a:t>1,000+</a:t>
            </a:r>
            <a:endParaRPr lang="ko-KR" altLang="en-US" sz="4000" dirty="0">
              <a:solidFill>
                <a:srgbClr val="082D6E"/>
              </a:solidFill>
              <a:latin typeface="+mj-lt"/>
              <a:cs typeface="Arial" panose="020B0604020202020204" pitchFamily="34" charset="0"/>
            </a:endParaRPr>
          </a:p>
        </p:txBody>
      </p:sp>
      <p:sp>
        <p:nvSpPr>
          <p:cNvPr id="27" name="TextBox 26">
            <a:extLst>
              <a:ext uri="{FF2B5EF4-FFF2-40B4-BE49-F238E27FC236}">
                <a16:creationId xmlns:a16="http://schemas.microsoft.com/office/drawing/2014/main" id="{24F4FE27-A65B-4233-BC58-E7128AFCD138}"/>
              </a:ext>
            </a:extLst>
          </p:cNvPr>
          <p:cNvSpPr txBox="1"/>
          <p:nvPr/>
        </p:nvSpPr>
        <p:spPr>
          <a:xfrm>
            <a:off x="4085477" y="4734026"/>
            <a:ext cx="2251155" cy="369332"/>
          </a:xfrm>
          <a:prstGeom prst="rect">
            <a:avLst/>
          </a:prstGeom>
          <a:noFill/>
        </p:spPr>
        <p:txBody>
          <a:bodyPr wrap="square" rtlCol="0" anchor="t" anchorCtr="0">
            <a:spAutoFit/>
          </a:bodyPr>
          <a:lstStyle/>
          <a:p>
            <a:r>
              <a:rPr lang="en-US" altLang="ko-KR" dirty="0">
                <a:solidFill>
                  <a:srgbClr val="082D6E"/>
                </a:solidFill>
              </a:rPr>
              <a:t>Designs</a:t>
            </a:r>
            <a:endParaRPr lang="ko-KR" altLang="en-US" dirty="0">
              <a:solidFill>
                <a:srgbClr val="082D6E"/>
              </a:solidFill>
            </a:endParaRPr>
          </a:p>
        </p:txBody>
      </p:sp>
      <p:sp>
        <p:nvSpPr>
          <p:cNvPr id="3" name="그림 개체 틀 2">
            <a:extLst>
              <a:ext uri="{FF2B5EF4-FFF2-40B4-BE49-F238E27FC236}">
                <a16:creationId xmlns:a16="http://schemas.microsoft.com/office/drawing/2014/main" id="{3C6110B1-6B36-4B71-903A-518986EF5489}"/>
              </a:ext>
            </a:extLst>
          </p:cNvPr>
          <p:cNvSpPr>
            <a:spLocks noGrp="1"/>
          </p:cNvSpPr>
          <p:nvPr>
            <p:ph type="pic" sz="quarter" idx="10"/>
          </p:nvPr>
        </p:nvSpPr>
        <p:spPr/>
      </p:sp>
    </p:spTree>
    <p:extLst>
      <p:ext uri="{BB962C8B-B14F-4D97-AF65-F5344CB8AC3E}">
        <p14:creationId xmlns:p14="http://schemas.microsoft.com/office/powerpoint/2010/main" val="2046105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35D289E-C30C-4763-81E4-DB23EA159BCA}"/>
              </a:ext>
            </a:extLst>
          </p:cNvPr>
          <p:cNvSpPr txBox="1"/>
          <p:nvPr/>
        </p:nvSpPr>
        <p:spPr>
          <a:xfrm>
            <a:off x="1670314" y="2371370"/>
            <a:ext cx="4031986" cy="523220"/>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14" name="TextBox 13">
            <a:extLst>
              <a:ext uri="{FF2B5EF4-FFF2-40B4-BE49-F238E27FC236}">
                <a16:creationId xmlns:a16="http://schemas.microsoft.com/office/drawing/2014/main" id="{7793C755-AD0C-4AAE-A9F4-12DD9A2182D1}"/>
              </a:ext>
            </a:extLst>
          </p:cNvPr>
          <p:cNvSpPr txBox="1"/>
          <p:nvPr/>
        </p:nvSpPr>
        <p:spPr>
          <a:xfrm>
            <a:off x="1670314" y="5119995"/>
            <a:ext cx="4031986" cy="523220"/>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15" name="TextBox 14">
            <a:extLst>
              <a:ext uri="{FF2B5EF4-FFF2-40B4-BE49-F238E27FC236}">
                <a16:creationId xmlns:a16="http://schemas.microsoft.com/office/drawing/2014/main" id="{86D203DD-12F9-42ED-8AAF-C5DE6C9DA950}"/>
              </a:ext>
            </a:extLst>
          </p:cNvPr>
          <p:cNvSpPr txBox="1"/>
          <p:nvPr/>
        </p:nvSpPr>
        <p:spPr>
          <a:xfrm>
            <a:off x="6819901" y="2371370"/>
            <a:ext cx="4031986" cy="523220"/>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16" name="TextBox 15">
            <a:extLst>
              <a:ext uri="{FF2B5EF4-FFF2-40B4-BE49-F238E27FC236}">
                <a16:creationId xmlns:a16="http://schemas.microsoft.com/office/drawing/2014/main" id="{DD585F21-EFC7-4F7A-9F71-1EAC8E9E1D9D}"/>
              </a:ext>
            </a:extLst>
          </p:cNvPr>
          <p:cNvSpPr txBox="1"/>
          <p:nvPr/>
        </p:nvSpPr>
        <p:spPr>
          <a:xfrm>
            <a:off x="6819901" y="5119995"/>
            <a:ext cx="4031986" cy="523220"/>
          </a:xfrm>
          <a:prstGeom prst="rect">
            <a:avLst/>
          </a:prstGeom>
          <a:noFill/>
        </p:spPr>
        <p:txBody>
          <a:bodyPr wrap="square" rtlCol="0" anchor="t" anchorCtr="0">
            <a:spAutoFit/>
          </a:bodyPr>
          <a:lstStyle/>
          <a:p>
            <a:r>
              <a:rPr lang="en-US" altLang="ko-KR" sz="1400" dirty="0">
                <a:solidFill>
                  <a:srgbClr val="082D6E"/>
                </a:solidFill>
              </a:rPr>
              <a:t>Lorem ipsum dolor sit </a:t>
            </a:r>
            <a:r>
              <a:rPr lang="en-US" altLang="ko-KR" sz="1400" dirty="0" err="1">
                <a:solidFill>
                  <a:srgbClr val="082D6E"/>
                </a:solidFill>
              </a:rPr>
              <a:t>amet</a:t>
            </a:r>
            <a:r>
              <a:rPr lang="en-US" altLang="ko-KR" sz="1400" dirty="0">
                <a:solidFill>
                  <a:srgbClr val="082D6E"/>
                </a:solidFill>
              </a:rPr>
              <a:t>, </a:t>
            </a:r>
            <a:r>
              <a:rPr lang="en-US" altLang="ko-KR" sz="1400" dirty="0" err="1">
                <a:solidFill>
                  <a:srgbClr val="082D6E"/>
                </a:solidFill>
              </a:rPr>
              <a:t>consectetur</a:t>
            </a:r>
            <a:r>
              <a:rPr lang="en-US" altLang="ko-KR" sz="1400" dirty="0">
                <a:solidFill>
                  <a:srgbClr val="082D6E"/>
                </a:solidFill>
              </a:rPr>
              <a:t> </a:t>
            </a:r>
            <a:r>
              <a:rPr lang="en-US" altLang="ko-KR" sz="1400" dirty="0" err="1">
                <a:solidFill>
                  <a:srgbClr val="082D6E"/>
                </a:solidFill>
              </a:rPr>
              <a:t>adipisicing</a:t>
            </a:r>
            <a:r>
              <a:rPr lang="en-US" altLang="ko-KR" sz="1400" dirty="0">
                <a:solidFill>
                  <a:srgbClr val="082D6E"/>
                </a:solidFill>
              </a:rPr>
              <a:t> </a:t>
            </a:r>
            <a:r>
              <a:rPr lang="en-US" altLang="ko-KR" sz="1400" dirty="0" err="1">
                <a:solidFill>
                  <a:srgbClr val="082D6E"/>
                </a:solidFill>
              </a:rPr>
              <a:t>elit</a:t>
            </a:r>
            <a:r>
              <a:rPr lang="en-US" altLang="ko-KR" sz="1400" dirty="0">
                <a:solidFill>
                  <a:srgbClr val="082D6E"/>
                </a:solidFill>
              </a:rPr>
              <a:t>, sed do </a:t>
            </a:r>
            <a:r>
              <a:rPr lang="en-US" altLang="ko-KR" sz="1400" dirty="0" err="1">
                <a:solidFill>
                  <a:srgbClr val="082D6E"/>
                </a:solidFill>
              </a:rPr>
              <a:t>eiusmod</a:t>
            </a:r>
            <a:r>
              <a:rPr lang="en-US" altLang="ko-KR" sz="1400" dirty="0">
                <a:solidFill>
                  <a:srgbClr val="082D6E"/>
                </a:solidFill>
              </a:rPr>
              <a:t> </a:t>
            </a:r>
            <a:r>
              <a:rPr lang="en-US" altLang="ko-KR" sz="1400" dirty="0" err="1">
                <a:solidFill>
                  <a:srgbClr val="082D6E"/>
                </a:solidFill>
              </a:rPr>
              <a:t>tempor</a:t>
            </a:r>
            <a:endParaRPr lang="ko-KR" altLang="en-US" sz="1400" dirty="0">
              <a:solidFill>
                <a:srgbClr val="082D6E"/>
              </a:solidFill>
            </a:endParaRPr>
          </a:p>
        </p:txBody>
      </p:sp>
      <p:sp>
        <p:nvSpPr>
          <p:cNvPr id="17" name="직사각형 16">
            <a:extLst>
              <a:ext uri="{FF2B5EF4-FFF2-40B4-BE49-F238E27FC236}">
                <a16:creationId xmlns:a16="http://schemas.microsoft.com/office/drawing/2014/main" id="{CE987DD9-C7E6-4F87-8779-E760AAF53D1B}"/>
              </a:ext>
            </a:extLst>
          </p:cNvPr>
          <p:cNvSpPr/>
          <p:nvPr/>
        </p:nvSpPr>
        <p:spPr>
          <a:xfrm>
            <a:off x="1670314" y="2977683"/>
            <a:ext cx="4031986" cy="369332"/>
          </a:xfrm>
          <a:prstGeom prst="rect">
            <a:avLst/>
          </a:prstGeom>
          <a:noFill/>
        </p:spPr>
        <p:txBody>
          <a:bodyPr wrap="square" rtlCol="0" anchor="t" anchorCtr="0">
            <a:spAutoFit/>
          </a:bodyPr>
          <a:lstStyle/>
          <a:p>
            <a:r>
              <a:rPr lang="en-US" altLang="ko-KR" dirty="0">
                <a:solidFill>
                  <a:srgbClr val="082D6E"/>
                </a:solidFill>
                <a:latin typeface="+mj-lt"/>
              </a:rPr>
              <a:t>Lora Black</a:t>
            </a:r>
          </a:p>
        </p:txBody>
      </p:sp>
      <p:sp>
        <p:nvSpPr>
          <p:cNvPr id="18" name="직사각형 17">
            <a:extLst>
              <a:ext uri="{FF2B5EF4-FFF2-40B4-BE49-F238E27FC236}">
                <a16:creationId xmlns:a16="http://schemas.microsoft.com/office/drawing/2014/main" id="{8894BEE3-8EC6-4347-B339-5253353D4BA5}"/>
              </a:ext>
            </a:extLst>
          </p:cNvPr>
          <p:cNvSpPr/>
          <p:nvPr/>
        </p:nvSpPr>
        <p:spPr>
          <a:xfrm>
            <a:off x="1670314" y="5726308"/>
            <a:ext cx="4031986" cy="369332"/>
          </a:xfrm>
          <a:prstGeom prst="rect">
            <a:avLst/>
          </a:prstGeom>
          <a:noFill/>
        </p:spPr>
        <p:txBody>
          <a:bodyPr wrap="square" rtlCol="0" anchor="t" anchorCtr="0">
            <a:spAutoFit/>
          </a:bodyPr>
          <a:lstStyle/>
          <a:p>
            <a:r>
              <a:rPr lang="en-US" altLang="ko-KR" dirty="0">
                <a:solidFill>
                  <a:srgbClr val="082D6E"/>
                </a:solidFill>
                <a:latin typeface="+mj-lt"/>
              </a:rPr>
              <a:t>Amy Harris</a:t>
            </a:r>
          </a:p>
        </p:txBody>
      </p:sp>
      <p:sp>
        <p:nvSpPr>
          <p:cNvPr id="19" name="직사각형 18">
            <a:extLst>
              <a:ext uri="{FF2B5EF4-FFF2-40B4-BE49-F238E27FC236}">
                <a16:creationId xmlns:a16="http://schemas.microsoft.com/office/drawing/2014/main" id="{4D4972C7-DC32-456D-B4D5-11B4F6F44ED1}"/>
              </a:ext>
            </a:extLst>
          </p:cNvPr>
          <p:cNvSpPr/>
          <p:nvPr/>
        </p:nvSpPr>
        <p:spPr>
          <a:xfrm>
            <a:off x="6819901" y="2977683"/>
            <a:ext cx="4031986" cy="369332"/>
          </a:xfrm>
          <a:prstGeom prst="rect">
            <a:avLst/>
          </a:prstGeom>
          <a:noFill/>
        </p:spPr>
        <p:txBody>
          <a:bodyPr wrap="square" rtlCol="0" anchor="t" anchorCtr="0">
            <a:spAutoFit/>
          </a:bodyPr>
          <a:lstStyle/>
          <a:p>
            <a:r>
              <a:rPr lang="en-US" altLang="ko-KR" dirty="0">
                <a:solidFill>
                  <a:srgbClr val="082D6E"/>
                </a:solidFill>
                <a:latin typeface="+mj-lt"/>
              </a:rPr>
              <a:t>John Smith</a:t>
            </a:r>
          </a:p>
        </p:txBody>
      </p:sp>
      <p:sp>
        <p:nvSpPr>
          <p:cNvPr id="20" name="직사각형 19">
            <a:extLst>
              <a:ext uri="{FF2B5EF4-FFF2-40B4-BE49-F238E27FC236}">
                <a16:creationId xmlns:a16="http://schemas.microsoft.com/office/drawing/2014/main" id="{E31E98C4-73CA-4FED-939F-FCA41B03FA3B}"/>
              </a:ext>
            </a:extLst>
          </p:cNvPr>
          <p:cNvSpPr/>
          <p:nvPr/>
        </p:nvSpPr>
        <p:spPr>
          <a:xfrm>
            <a:off x="6819901" y="5726308"/>
            <a:ext cx="4031986" cy="369332"/>
          </a:xfrm>
          <a:prstGeom prst="rect">
            <a:avLst/>
          </a:prstGeom>
          <a:noFill/>
        </p:spPr>
        <p:txBody>
          <a:bodyPr wrap="square" rtlCol="0" anchor="t" anchorCtr="0">
            <a:spAutoFit/>
          </a:bodyPr>
          <a:lstStyle/>
          <a:p>
            <a:r>
              <a:rPr lang="en-US" altLang="ko-KR" dirty="0">
                <a:solidFill>
                  <a:srgbClr val="082D6E"/>
                </a:solidFill>
                <a:latin typeface="+mj-lt"/>
              </a:rPr>
              <a:t>Justin Lee</a:t>
            </a:r>
          </a:p>
        </p:txBody>
      </p:sp>
      <p:sp>
        <p:nvSpPr>
          <p:cNvPr id="6" name="그림 개체 틀 5">
            <a:extLst>
              <a:ext uri="{FF2B5EF4-FFF2-40B4-BE49-F238E27FC236}">
                <a16:creationId xmlns:a16="http://schemas.microsoft.com/office/drawing/2014/main" id="{AF9D2A12-B2E1-4146-97E5-EC10E2BB9B53}"/>
              </a:ext>
            </a:extLst>
          </p:cNvPr>
          <p:cNvSpPr>
            <a:spLocks noGrp="1"/>
          </p:cNvSpPr>
          <p:nvPr>
            <p:ph type="pic" sz="quarter" idx="15"/>
          </p:nvPr>
        </p:nvSpPr>
        <p:spPr/>
      </p:sp>
      <p:sp>
        <p:nvSpPr>
          <p:cNvPr id="7" name="그림 개체 틀 6">
            <a:extLst>
              <a:ext uri="{FF2B5EF4-FFF2-40B4-BE49-F238E27FC236}">
                <a16:creationId xmlns:a16="http://schemas.microsoft.com/office/drawing/2014/main" id="{253EC66E-7FA3-4537-ABBB-D5AA26C3A0A8}"/>
              </a:ext>
            </a:extLst>
          </p:cNvPr>
          <p:cNvSpPr>
            <a:spLocks noGrp="1"/>
          </p:cNvSpPr>
          <p:nvPr>
            <p:ph type="pic" sz="quarter" idx="16"/>
          </p:nvPr>
        </p:nvSpPr>
        <p:spPr/>
      </p:sp>
      <p:sp>
        <p:nvSpPr>
          <p:cNvPr id="8" name="그림 개체 틀 7">
            <a:extLst>
              <a:ext uri="{FF2B5EF4-FFF2-40B4-BE49-F238E27FC236}">
                <a16:creationId xmlns:a16="http://schemas.microsoft.com/office/drawing/2014/main" id="{E1A7EB94-6799-42F5-9EB9-BD92F65D2FC5}"/>
              </a:ext>
            </a:extLst>
          </p:cNvPr>
          <p:cNvSpPr>
            <a:spLocks noGrp="1"/>
          </p:cNvSpPr>
          <p:nvPr>
            <p:ph type="pic" sz="quarter" idx="17"/>
          </p:nvPr>
        </p:nvSpPr>
        <p:spPr/>
      </p:sp>
      <p:sp>
        <p:nvSpPr>
          <p:cNvPr id="9" name="그림 개체 틀 8">
            <a:extLst>
              <a:ext uri="{FF2B5EF4-FFF2-40B4-BE49-F238E27FC236}">
                <a16:creationId xmlns:a16="http://schemas.microsoft.com/office/drawing/2014/main" id="{FC660FE5-E80D-4A1C-9695-8B296ABEFFC2}"/>
              </a:ext>
            </a:extLst>
          </p:cNvPr>
          <p:cNvSpPr>
            <a:spLocks noGrp="1"/>
          </p:cNvSpPr>
          <p:nvPr>
            <p:ph type="pic" sz="quarter" idx="18"/>
          </p:nvPr>
        </p:nvSpPr>
        <p:spPr/>
      </p:sp>
    </p:spTree>
    <p:extLst>
      <p:ext uri="{BB962C8B-B14F-4D97-AF65-F5344CB8AC3E}">
        <p14:creationId xmlns:p14="http://schemas.microsoft.com/office/powerpoint/2010/main" val="3636226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42F346-FC6A-493B-995E-DB2FC357CBE3}"/>
              </a:ext>
            </a:extLst>
          </p:cNvPr>
          <p:cNvSpPr txBox="1"/>
          <p:nvPr/>
        </p:nvSpPr>
        <p:spPr>
          <a:xfrm>
            <a:off x="3175000" y="3530598"/>
            <a:ext cx="5842000" cy="707886"/>
          </a:xfrm>
          <a:prstGeom prst="rect">
            <a:avLst/>
          </a:prstGeom>
          <a:noFill/>
        </p:spPr>
        <p:txBody>
          <a:bodyPr wrap="square" rtlCol="0">
            <a:spAutoFit/>
          </a:bodyPr>
          <a:lstStyle/>
          <a:p>
            <a:pPr algn="ctr"/>
            <a:r>
              <a:rPr lang="en-US" altLang="ko-KR" sz="4000" dirty="0">
                <a:solidFill>
                  <a:srgbClr val="082D6E"/>
                </a:solidFill>
                <a:latin typeface="+mj-lt"/>
                <a:cs typeface="Arial" panose="020B0604020202020204" pitchFamily="34" charset="0"/>
              </a:rPr>
              <a:t>Break Section</a:t>
            </a:r>
            <a:endParaRPr lang="ko-KR" altLang="en-US" sz="4000" dirty="0">
              <a:solidFill>
                <a:srgbClr val="082D6E"/>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7EEACEDD-BAA4-4A74-80A5-1193B3D92C06}"/>
              </a:ext>
            </a:extLst>
          </p:cNvPr>
          <p:cNvSpPr txBox="1"/>
          <p:nvPr/>
        </p:nvSpPr>
        <p:spPr>
          <a:xfrm>
            <a:off x="3242935" y="4238484"/>
            <a:ext cx="5757984" cy="400110"/>
          </a:xfrm>
          <a:prstGeom prst="rect">
            <a:avLst/>
          </a:prstGeom>
          <a:noFill/>
        </p:spPr>
        <p:txBody>
          <a:bodyPr wrap="square" rtlCol="0">
            <a:spAutoFit/>
          </a:bodyPr>
          <a:lstStyle/>
          <a:p>
            <a:pPr algn="ctr"/>
            <a:r>
              <a:rPr lang="en-US" altLang="ko-KR" sz="2000" dirty="0">
                <a:solidFill>
                  <a:srgbClr val="082D6E"/>
                </a:solidFill>
              </a:rPr>
              <a:t>01:00pm ~ 01:30pm</a:t>
            </a:r>
            <a:endParaRPr lang="ko-KR" altLang="en-US" sz="2000" dirty="0">
              <a:solidFill>
                <a:srgbClr val="082D6E"/>
              </a:solidFill>
            </a:endParaRPr>
          </a:p>
        </p:txBody>
      </p:sp>
      <p:grpSp>
        <p:nvGrpSpPr>
          <p:cNvPr id="4" name="그룹 3">
            <a:extLst>
              <a:ext uri="{FF2B5EF4-FFF2-40B4-BE49-F238E27FC236}">
                <a16:creationId xmlns:a16="http://schemas.microsoft.com/office/drawing/2014/main" id="{75F84F6A-05DF-4F70-A0CF-C751A5284C16}"/>
              </a:ext>
            </a:extLst>
          </p:cNvPr>
          <p:cNvGrpSpPr/>
          <p:nvPr/>
        </p:nvGrpSpPr>
        <p:grpSpPr>
          <a:xfrm>
            <a:off x="5582308" y="2241462"/>
            <a:ext cx="1027384" cy="1170074"/>
            <a:chOff x="6830083" y="5571172"/>
            <a:chExt cx="342900" cy="390525"/>
          </a:xfrm>
          <a:solidFill>
            <a:srgbClr val="082D6E"/>
          </a:solidFill>
        </p:grpSpPr>
        <p:sp>
          <p:nvSpPr>
            <p:cNvPr id="5" name="자유형: 도형 4">
              <a:extLst>
                <a:ext uri="{FF2B5EF4-FFF2-40B4-BE49-F238E27FC236}">
                  <a16:creationId xmlns:a16="http://schemas.microsoft.com/office/drawing/2014/main" id="{F681D18E-5640-43A2-81C7-2D7C281A3BB2}"/>
                </a:ext>
              </a:extLst>
            </p:cNvPr>
            <p:cNvSpPr/>
            <p:nvPr/>
          </p:nvSpPr>
          <p:spPr>
            <a:xfrm>
              <a:off x="6830083" y="5571172"/>
              <a:ext cx="342900" cy="390525"/>
            </a:xfrm>
            <a:custGeom>
              <a:avLst/>
              <a:gdLst>
                <a:gd name="connsiteX0" fmla="*/ 329375 w 342900"/>
                <a:gd name="connsiteY0" fmla="*/ 318802 h 390525"/>
                <a:gd name="connsiteX1" fmla="*/ 307181 w 342900"/>
                <a:gd name="connsiteY1" fmla="*/ 318802 h 390525"/>
                <a:gd name="connsiteX2" fmla="*/ 340423 w 342900"/>
                <a:gd name="connsiteY2" fmla="*/ 218885 h 390525"/>
                <a:gd name="connsiteX3" fmla="*/ 204121 w 342900"/>
                <a:gd name="connsiteY3" fmla="*/ 54388 h 390525"/>
                <a:gd name="connsiteX4" fmla="*/ 207169 w 342900"/>
                <a:gd name="connsiteY4" fmla="*/ 40481 h 390525"/>
                <a:gd name="connsiteX5" fmla="*/ 173831 w 342900"/>
                <a:gd name="connsiteY5" fmla="*/ 7144 h 390525"/>
                <a:gd name="connsiteX6" fmla="*/ 140494 w 342900"/>
                <a:gd name="connsiteY6" fmla="*/ 40481 h 390525"/>
                <a:gd name="connsiteX7" fmla="*/ 143542 w 342900"/>
                <a:gd name="connsiteY7" fmla="*/ 54388 h 390525"/>
                <a:gd name="connsiteX8" fmla="*/ 7239 w 342900"/>
                <a:gd name="connsiteY8" fmla="*/ 218885 h 390525"/>
                <a:gd name="connsiteX9" fmla="*/ 40481 w 342900"/>
                <a:gd name="connsiteY9" fmla="*/ 318802 h 390525"/>
                <a:gd name="connsiteX10" fmla="*/ 18288 w 342900"/>
                <a:gd name="connsiteY10" fmla="*/ 318802 h 390525"/>
                <a:gd name="connsiteX11" fmla="*/ 7144 w 342900"/>
                <a:gd name="connsiteY11" fmla="*/ 329946 h 390525"/>
                <a:gd name="connsiteX12" fmla="*/ 23336 w 342900"/>
                <a:gd name="connsiteY12" fmla="*/ 369475 h 390525"/>
                <a:gd name="connsiteX13" fmla="*/ 62675 w 342900"/>
                <a:gd name="connsiteY13" fmla="*/ 386239 h 390525"/>
                <a:gd name="connsiteX14" fmla="*/ 284702 w 342900"/>
                <a:gd name="connsiteY14" fmla="*/ 386239 h 390525"/>
                <a:gd name="connsiteX15" fmla="*/ 324040 w 342900"/>
                <a:gd name="connsiteY15" fmla="*/ 369475 h 390525"/>
                <a:gd name="connsiteX16" fmla="*/ 340233 w 342900"/>
                <a:gd name="connsiteY16" fmla="*/ 329946 h 390525"/>
                <a:gd name="connsiteX17" fmla="*/ 329375 w 342900"/>
                <a:gd name="connsiteY17" fmla="*/ 318802 h 390525"/>
                <a:gd name="connsiteX18" fmla="*/ 162782 w 342900"/>
                <a:gd name="connsiteY18" fmla="*/ 40481 h 390525"/>
                <a:gd name="connsiteX19" fmla="*/ 173927 w 342900"/>
                <a:gd name="connsiteY19" fmla="*/ 29337 h 390525"/>
                <a:gd name="connsiteX20" fmla="*/ 185071 w 342900"/>
                <a:gd name="connsiteY20" fmla="*/ 40481 h 390525"/>
                <a:gd name="connsiteX21" fmla="*/ 173927 w 342900"/>
                <a:gd name="connsiteY21" fmla="*/ 51626 h 390525"/>
                <a:gd name="connsiteX22" fmla="*/ 162782 w 342900"/>
                <a:gd name="connsiteY22" fmla="*/ 40481 h 390525"/>
                <a:gd name="connsiteX23" fmla="*/ 29623 w 342900"/>
                <a:gd name="connsiteY23" fmla="*/ 218885 h 390525"/>
                <a:gd name="connsiteX24" fmla="*/ 173927 w 342900"/>
                <a:gd name="connsiteY24" fmla="*/ 73819 h 390525"/>
                <a:gd name="connsiteX25" fmla="*/ 318230 w 342900"/>
                <a:gd name="connsiteY25" fmla="*/ 218885 h 390525"/>
                <a:gd name="connsiteX26" fmla="*/ 278035 w 342900"/>
                <a:gd name="connsiteY26" fmla="*/ 318802 h 390525"/>
                <a:gd name="connsiteX27" fmla="*/ 244030 w 342900"/>
                <a:gd name="connsiteY27" fmla="*/ 318802 h 390525"/>
                <a:gd name="connsiteX28" fmla="*/ 296037 w 342900"/>
                <a:gd name="connsiteY28" fmla="*/ 218885 h 390525"/>
                <a:gd name="connsiteX29" fmla="*/ 173927 w 342900"/>
                <a:gd name="connsiteY29" fmla="*/ 96774 h 390525"/>
                <a:gd name="connsiteX30" fmla="*/ 51816 w 342900"/>
                <a:gd name="connsiteY30" fmla="*/ 218885 h 390525"/>
                <a:gd name="connsiteX31" fmla="*/ 103822 w 342900"/>
                <a:gd name="connsiteY31" fmla="*/ 318802 h 390525"/>
                <a:gd name="connsiteX32" fmla="*/ 69818 w 342900"/>
                <a:gd name="connsiteY32" fmla="*/ 318802 h 390525"/>
                <a:gd name="connsiteX33" fmla="*/ 29623 w 342900"/>
                <a:gd name="connsiteY33" fmla="*/ 218885 h 390525"/>
                <a:gd name="connsiteX34" fmla="*/ 119348 w 342900"/>
                <a:gd name="connsiteY34" fmla="*/ 273844 h 390525"/>
                <a:gd name="connsiteX35" fmla="*/ 103632 w 342900"/>
                <a:gd name="connsiteY35" fmla="*/ 273844 h 390525"/>
                <a:gd name="connsiteX36" fmla="*/ 96298 w 342900"/>
                <a:gd name="connsiteY36" fmla="*/ 281178 h 390525"/>
                <a:gd name="connsiteX37" fmla="*/ 75057 w 342900"/>
                <a:gd name="connsiteY37" fmla="*/ 229933 h 390525"/>
                <a:gd name="connsiteX38" fmla="*/ 85249 w 342900"/>
                <a:gd name="connsiteY38" fmla="*/ 229933 h 390525"/>
                <a:gd name="connsiteX39" fmla="*/ 96584 w 342900"/>
                <a:gd name="connsiteY39" fmla="*/ 220123 h 390525"/>
                <a:gd name="connsiteX40" fmla="*/ 85534 w 342900"/>
                <a:gd name="connsiteY40" fmla="*/ 207741 h 390525"/>
                <a:gd name="connsiteX41" fmla="*/ 75057 w 342900"/>
                <a:gd name="connsiteY41" fmla="*/ 207741 h 390525"/>
                <a:gd name="connsiteX42" fmla="*/ 96298 w 342900"/>
                <a:gd name="connsiteY42" fmla="*/ 156496 h 390525"/>
                <a:gd name="connsiteX43" fmla="*/ 103632 w 342900"/>
                <a:gd name="connsiteY43" fmla="*/ 163830 h 390525"/>
                <a:gd name="connsiteX44" fmla="*/ 119348 w 342900"/>
                <a:gd name="connsiteY44" fmla="*/ 163830 h 390525"/>
                <a:gd name="connsiteX45" fmla="*/ 119348 w 342900"/>
                <a:gd name="connsiteY45" fmla="*/ 148114 h 390525"/>
                <a:gd name="connsiteX46" fmla="*/ 112014 w 342900"/>
                <a:gd name="connsiteY46" fmla="*/ 140779 h 390525"/>
                <a:gd name="connsiteX47" fmla="*/ 163259 w 342900"/>
                <a:gd name="connsiteY47" fmla="*/ 119539 h 390525"/>
                <a:gd name="connsiteX48" fmla="*/ 163259 w 342900"/>
                <a:gd name="connsiteY48" fmla="*/ 129730 h 390525"/>
                <a:gd name="connsiteX49" fmla="*/ 173069 w 342900"/>
                <a:gd name="connsiteY49" fmla="*/ 141065 h 390525"/>
                <a:gd name="connsiteX50" fmla="*/ 185451 w 342900"/>
                <a:gd name="connsiteY50" fmla="*/ 130016 h 390525"/>
                <a:gd name="connsiteX51" fmla="*/ 185451 w 342900"/>
                <a:gd name="connsiteY51" fmla="*/ 119539 h 390525"/>
                <a:gd name="connsiteX52" fmla="*/ 236696 w 342900"/>
                <a:gd name="connsiteY52" fmla="*/ 140779 h 390525"/>
                <a:gd name="connsiteX53" fmla="*/ 229362 w 342900"/>
                <a:gd name="connsiteY53" fmla="*/ 148114 h 390525"/>
                <a:gd name="connsiteX54" fmla="*/ 229362 w 342900"/>
                <a:gd name="connsiteY54" fmla="*/ 163830 h 390525"/>
                <a:gd name="connsiteX55" fmla="*/ 245078 w 342900"/>
                <a:gd name="connsiteY55" fmla="*/ 163830 h 390525"/>
                <a:gd name="connsiteX56" fmla="*/ 252413 w 342900"/>
                <a:gd name="connsiteY56" fmla="*/ 156496 h 390525"/>
                <a:gd name="connsiteX57" fmla="*/ 273653 w 342900"/>
                <a:gd name="connsiteY57" fmla="*/ 207741 h 390525"/>
                <a:gd name="connsiteX58" fmla="*/ 263461 w 342900"/>
                <a:gd name="connsiteY58" fmla="*/ 207741 h 390525"/>
                <a:gd name="connsiteX59" fmla="*/ 252126 w 342900"/>
                <a:gd name="connsiteY59" fmla="*/ 217551 h 390525"/>
                <a:gd name="connsiteX60" fmla="*/ 263176 w 342900"/>
                <a:gd name="connsiteY60" fmla="*/ 229933 h 390525"/>
                <a:gd name="connsiteX61" fmla="*/ 273653 w 342900"/>
                <a:gd name="connsiteY61" fmla="*/ 229933 h 390525"/>
                <a:gd name="connsiteX62" fmla="*/ 252413 w 342900"/>
                <a:gd name="connsiteY62" fmla="*/ 281178 h 390525"/>
                <a:gd name="connsiteX63" fmla="*/ 245078 w 342900"/>
                <a:gd name="connsiteY63" fmla="*/ 273844 h 390525"/>
                <a:gd name="connsiteX64" fmla="*/ 229362 w 342900"/>
                <a:gd name="connsiteY64" fmla="*/ 273844 h 390525"/>
                <a:gd name="connsiteX65" fmla="*/ 229362 w 342900"/>
                <a:gd name="connsiteY65" fmla="*/ 289560 h 390525"/>
                <a:gd name="connsiteX66" fmla="*/ 236696 w 342900"/>
                <a:gd name="connsiteY66" fmla="*/ 296894 h 390525"/>
                <a:gd name="connsiteX67" fmla="*/ 185451 w 342900"/>
                <a:gd name="connsiteY67" fmla="*/ 318135 h 390525"/>
                <a:gd name="connsiteX68" fmla="*/ 185451 w 342900"/>
                <a:gd name="connsiteY68" fmla="*/ 307943 h 390525"/>
                <a:gd name="connsiteX69" fmla="*/ 175641 w 342900"/>
                <a:gd name="connsiteY69" fmla="*/ 296608 h 390525"/>
                <a:gd name="connsiteX70" fmla="*/ 163259 w 342900"/>
                <a:gd name="connsiteY70" fmla="*/ 307658 h 390525"/>
                <a:gd name="connsiteX71" fmla="*/ 163259 w 342900"/>
                <a:gd name="connsiteY71" fmla="*/ 318135 h 390525"/>
                <a:gd name="connsiteX72" fmla="*/ 112014 w 342900"/>
                <a:gd name="connsiteY72" fmla="*/ 296894 h 390525"/>
                <a:gd name="connsiteX73" fmla="*/ 119348 w 342900"/>
                <a:gd name="connsiteY73" fmla="*/ 289560 h 390525"/>
                <a:gd name="connsiteX74" fmla="*/ 119348 w 342900"/>
                <a:gd name="connsiteY74" fmla="*/ 273844 h 390525"/>
                <a:gd name="connsiteX75" fmla="*/ 284226 w 342900"/>
                <a:gd name="connsiteY75" fmla="*/ 363950 h 390525"/>
                <a:gd name="connsiteX76" fmla="*/ 63627 w 342900"/>
                <a:gd name="connsiteY76" fmla="*/ 363950 h 390525"/>
                <a:gd name="connsiteX77" fmla="*/ 32385 w 342900"/>
                <a:gd name="connsiteY77" fmla="*/ 340995 h 390525"/>
                <a:gd name="connsiteX78" fmla="*/ 315373 w 342900"/>
                <a:gd name="connsiteY78" fmla="*/ 340995 h 390525"/>
                <a:gd name="connsiteX79" fmla="*/ 284226 w 342900"/>
                <a:gd name="connsiteY79" fmla="*/ 36395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42900" h="390525">
                  <a:moveTo>
                    <a:pt x="329375" y="318802"/>
                  </a:moveTo>
                  <a:lnTo>
                    <a:pt x="307181" y="318802"/>
                  </a:lnTo>
                  <a:cubicBezTo>
                    <a:pt x="328803" y="290131"/>
                    <a:pt x="340423" y="255460"/>
                    <a:pt x="340423" y="218885"/>
                  </a:cubicBezTo>
                  <a:cubicBezTo>
                    <a:pt x="340423" y="137065"/>
                    <a:pt x="281559" y="68771"/>
                    <a:pt x="204121" y="54388"/>
                  </a:cubicBezTo>
                  <a:cubicBezTo>
                    <a:pt x="206026" y="50197"/>
                    <a:pt x="207169" y="45434"/>
                    <a:pt x="207169" y="40481"/>
                  </a:cubicBezTo>
                  <a:cubicBezTo>
                    <a:pt x="207169" y="22098"/>
                    <a:pt x="192214" y="7144"/>
                    <a:pt x="173831" y="7144"/>
                  </a:cubicBezTo>
                  <a:cubicBezTo>
                    <a:pt x="155448" y="7144"/>
                    <a:pt x="140494" y="22098"/>
                    <a:pt x="140494" y="40481"/>
                  </a:cubicBezTo>
                  <a:cubicBezTo>
                    <a:pt x="140494" y="45434"/>
                    <a:pt x="141637" y="50102"/>
                    <a:pt x="143542" y="54388"/>
                  </a:cubicBezTo>
                  <a:cubicBezTo>
                    <a:pt x="66104" y="68771"/>
                    <a:pt x="7239" y="137065"/>
                    <a:pt x="7239" y="218885"/>
                  </a:cubicBezTo>
                  <a:cubicBezTo>
                    <a:pt x="7239" y="255460"/>
                    <a:pt x="18955" y="290131"/>
                    <a:pt x="40481" y="318802"/>
                  </a:cubicBezTo>
                  <a:lnTo>
                    <a:pt x="18288" y="318802"/>
                  </a:lnTo>
                  <a:cubicBezTo>
                    <a:pt x="12192" y="318802"/>
                    <a:pt x="7144" y="323755"/>
                    <a:pt x="7144" y="329946"/>
                  </a:cubicBezTo>
                  <a:cubicBezTo>
                    <a:pt x="7144" y="344805"/>
                    <a:pt x="12859" y="358807"/>
                    <a:pt x="23336" y="369475"/>
                  </a:cubicBezTo>
                  <a:cubicBezTo>
                    <a:pt x="33909" y="380238"/>
                    <a:pt x="47815" y="386239"/>
                    <a:pt x="62675" y="386239"/>
                  </a:cubicBezTo>
                  <a:lnTo>
                    <a:pt x="284702" y="386239"/>
                  </a:lnTo>
                  <a:cubicBezTo>
                    <a:pt x="299561" y="386239"/>
                    <a:pt x="313468" y="380333"/>
                    <a:pt x="324040" y="369475"/>
                  </a:cubicBezTo>
                  <a:cubicBezTo>
                    <a:pt x="334423" y="358807"/>
                    <a:pt x="340233" y="344805"/>
                    <a:pt x="340233" y="329946"/>
                  </a:cubicBezTo>
                  <a:cubicBezTo>
                    <a:pt x="340423" y="323755"/>
                    <a:pt x="335470" y="318802"/>
                    <a:pt x="329375" y="318802"/>
                  </a:cubicBezTo>
                  <a:close/>
                  <a:moveTo>
                    <a:pt x="162782" y="40481"/>
                  </a:moveTo>
                  <a:cubicBezTo>
                    <a:pt x="162782" y="34385"/>
                    <a:pt x="167735" y="29337"/>
                    <a:pt x="173927" y="29337"/>
                  </a:cubicBezTo>
                  <a:cubicBezTo>
                    <a:pt x="180022" y="29337"/>
                    <a:pt x="185071" y="34290"/>
                    <a:pt x="185071" y="40481"/>
                  </a:cubicBezTo>
                  <a:cubicBezTo>
                    <a:pt x="185071" y="46577"/>
                    <a:pt x="180118" y="51626"/>
                    <a:pt x="173927" y="51626"/>
                  </a:cubicBezTo>
                  <a:cubicBezTo>
                    <a:pt x="167830" y="51626"/>
                    <a:pt x="162782" y="46577"/>
                    <a:pt x="162782" y="40481"/>
                  </a:cubicBezTo>
                  <a:close/>
                  <a:moveTo>
                    <a:pt x="29623" y="218885"/>
                  </a:moveTo>
                  <a:cubicBezTo>
                    <a:pt x="29623" y="138875"/>
                    <a:pt x="94392" y="73819"/>
                    <a:pt x="173927" y="73819"/>
                  </a:cubicBezTo>
                  <a:cubicBezTo>
                    <a:pt x="253460" y="73819"/>
                    <a:pt x="318230" y="138875"/>
                    <a:pt x="318230" y="218885"/>
                  </a:cubicBezTo>
                  <a:cubicBezTo>
                    <a:pt x="318230" y="256508"/>
                    <a:pt x="303943" y="291846"/>
                    <a:pt x="278035" y="318802"/>
                  </a:cubicBezTo>
                  <a:lnTo>
                    <a:pt x="244030" y="318802"/>
                  </a:lnTo>
                  <a:cubicBezTo>
                    <a:pt x="276510" y="295942"/>
                    <a:pt x="296037" y="258985"/>
                    <a:pt x="296037" y="218885"/>
                  </a:cubicBezTo>
                  <a:cubicBezTo>
                    <a:pt x="296037" y="151543"/>
                    <a:pt x="241268" y="96774"/>
                    <a:pt x="173927" y="96774"/>
                  </a:cubicBezTo>
                  <a:cubicBezTo>
                    <a:pt x="106585" y="96774"/>
                    <a:pt x="51816" y="151543"/>
                    <a:pt x="51816" y="218885"/>
                  </a:cubicBezTo>
                  <a:cubicBezTo>
                    <a:pt x="51816" y="258890"/>
                    <a:pt x="71342" y="295942"/>
                    <a:pt x="103822" y="318802"/>
                  </a:cubicBezTo>
                  <a:lnTo>
                    <a:pt x="69818" y="318802"/>
                  </a:lnTo>
                  <a:cubicBezTo>
                    <a:pt x="43815" y="291751"/>
                    <a:pt x="29623" y="256508"/>
                    <a:pt x="29623" y="218885"/>
                  </a:cubicBezTo>
                  <a:close/>
                  <a:moveTo>
                    <a:pt x="119348" y="273844"/>
                  </a:moveTo>
                  <a:cubicBezTo>
                    <a:pt x="114967" y="269558"/>
                    <a:pt x="108013" y="269558"/>
                    <a:pt x="103632" y="273844"/>
                  </a:cubicBezTo>
                  <a:lnTo>
                    <a:pt x="96298" y="281178"/>
                  </a:lnTo>
                  <a:cubicBezTo>
                    <a:pt x="84772" y="266795"/>
                    <a:pt x="77152" y="249174"/>
                    <a:pt x="75057" y="229933"/>
                  </a:cubicBezTo>
                  <a:lnTo>
                    <a:pt x="85249" y="229933"/>
                  </a:lnTo>
                  <a:cubicBezTo>
                    <a:pt x="90964" y="229933"/>
                    <a:pt x="95917" y="225742"/>
                    <a:pt x="96584" y="220123"/>
                  </a:cubicBezTo>
                  <a:cubicBezTo>
                    <a:pt x="97345" y="213455"/>
                    <a:pt x="92107" y="207741"/>
                    <a:pt x="85534" y="207741"/>
                  </a:cubicBezTo>
                  <a:lnTo>
                    <a:pt x="75057" y="207741"/>
                  </a:lnTo>
                  <a:cubicBezTo>
                    <a:pt x="77152" y="188500"/>
                    <a:pt x="84772" y="170879"/>
                    <a:pt x="96298" y="156496"/>
                  </a:cubicBezTo>
                  <a:lnTo>
                    <a:pt x="103632" y="163830"/>
                  </a:lnTo>
                  <a:cubicBezTo>
                    <a:pt x="108013" y="168116"/>
                    <a:pt x="114967" y="168212"/>
                    <a:pt x="119348" y="163830"/>
                  </a:cubicBezTo>
                  <a:cubicBezTo>
                    <a:pt x="123730" y="159449"/>
                    <a:pt x="123634" y="152495"/>
                    <a:pt x="119348" y="148114"/>
                  </a:cubicBezTo>
                  <a:lnTo>
                    <a:pt x="112014" y="140779"/>
                  </a:lnTo>
                  <a:cubicBezTo>
                    <a:pt x="126396" y="129254"/>
                    <a:pt x="144018" y="121634"/>
                    <a:pt x="163259" y="119539"/>
                  </a:cubicBezTo>
                  <a:lnTo>
                    <a:pt x="163259" y="129730"/>
                  </a:lnTo>
                  <a:cubicBezTo>
                    <a:pt x="163259" y="135446"/>
                    <a:pt x="167450" y="140399"/>
                    <a:pt x="173069" y="141065"/>
                  </a:cubicBezTo>
                  <a:cubicBezTo>
                    <a:pt x="179737" y="141827"/>
                    <a:pt x="185451" y="136588"/>
                    <a:pt x="185451" y="130016"/>
                  </a:cubicBezTo>
                  <a:lnTo>
                    <a:pt x="185451" y="119539"/>
                  </a:lnTo>
                  <a:cubicBezTo>
                    <a:pt x="204692" y="121634"/>
                    <a:pt x="222313" y="129254"/>
                    <a:pt x="236696" y="140779"/>
                  </a:cubicBezTo>
                  <a:lnTo>
                    <a:pt x="229362" y="148114"/>
                  </a:lnTo>
                  <a:cubicBezTo>
                    <a:pt x="225076" y="152495"/>
                    <a:pt x="224980" y="159449"/>
                    <a:pt x="229362" y="163830"/>
                  </a:cubicBezTo>
                  <a:cubicBezTo>
                    <a:pt x="233743" y="168116"/>
                    <a:pt x="240696" y="168116"/>
                    <a:pt x="245078" y="163830"/>
                  </a:cubicBezTo>
                  <a:lnTo>
                    <a:pt x="252413" y="156496"/>
                  </a:lnTo>
                  <a:cubicBezTo>
                    <a:pt x="263937" y="170879"/>
                    <a:pt x="271558" y="188500"/>
                    <a:pt x="273653" y="207741"/>
                  </a:cubicBezTo>
                  <a:lnTo>
                    <a:pt x="263461" y="207741"/>
                  </a:lnTo>
                  <a:cubicBezTo>
                    <a:pt x="257746" y="207741"/>
                    <a:pt x="252793" y="211932"/>
                    <a:pt x="252126" y="217551"/>
                  </a:cubicBezTo>
                  <a:cubicBezTo>
                    <a:pt x="251365" y="224219"/>
                    <a:pt x="256604" y="229933"/>
                    <a:pt x="263176" y="229933"/>
                  </a:cubicBezTo>
                  <a:lnTo>
                    <a:pt x="273653" y="229933"/>
                  </a:lnTo>
                  <a:cubicBezTo>
                    <a:pt x="271558" y="249174"/>
                    <a:pt x="263937" y="266795"/>
                    <a:pt x="252413" y="281178"/>
                  </a:cubicBezTo>
                  <a:lnTo>
                    <a:pt x="245078" y="273844"/>
                  </a:lnTo>
                  <a:cubicBezTo>
                    <a:pt x="240696" y="269558"/>
                    <a:pt x="233743" y="269558"/>
                    <a:pt x="229362" y="273844"/>
                  </a:cubicBezTo>
                  <a:cubicBezTo>
                    <a:pt x="224980" y="278225"/>
                    <a:pt x="225076" y="285179"/>
                    <a:pt x="229362" y="289560"/>
                  </a:cubicBezTo>
                  <a:lnTo>
                    <a:pt x="236696" y="296894"/>
                  </a:lnTo>
                  <a:cubicBezTo>
                    <a:pt x="222313" y="308420"/>
                    <a:pt x="204692" y="316040"/>
                    <a:pt x="185451" y="318135"/>
                  </a:cubicBezTo>
                  <a:lnTo>
                    <a:pt x="185451" y="307943"/>
                  </a:lnTo>
                  <a:cubicBezTo>
                    <a:pt x="185451" y="302228"/>
                    <a:pt x="181260" y="297275"/>
                    <a:pt x="175641" y="296608"/>
                  </a:cubicBezTo>
                  <a:cubicBezTo>
                    <a:pt x="168973" y="295847"/>
                    <a:pt x="163259" y="301085"/>
                    <a:pt x="163259" y="307658"/>
                  </a:cubicBezTo>
                  <a:lnTo>
                    <a:pt x="163259" y="318135"/>
                  </a:lnTo>
                  <a:cubicBezTo>
                    <a:pt x="144018" y="316040"/>
                    <a:pt x="126396" y="308420"/>
                    <a:pt x="112014" y="296894"/>
                  </a:cubicBezTo>
                  <a:lnTo>
                    <a:pt x="119348" y="289560"/>
                  </a:lnTo>
                  <a:cubicBezTo>
                    <a:pt x="123634" y="285179"/>
                    <a:pt x="123634" y="278130"/>
                    <a:pt x="119348" y="273844"/>
                  </a:cubicBezTo>
                  <a:close/>
                  <a:moveTo>
                    <a:pt x="284226" y="363950"/>
                  </a:moveTo>
                  <a:lnTo>
                    <a:pt x="63627" y="363950"/>
                  </a:lnTo>
                  <a:cubicBezTo>
                    <a:pt x="49435" y="363950"/>
                    <a:pt x="37052" y="354140"/>
                    <a:pt x="32385" y="340995"/>
                  </a:cubicBezTo>
                  <a:lnTo>
                    <a:pt x="315373" y="340995"/>
                  </a:lnTo>
                  <a:cubicBezTo>
                    <a:pt x="310801" y="354044"/>
                    <a:pt x="298418" y="363950"/>
                    <a:pt x="284226" y="363950"/>
                  </a:cubicBezTo>
                  <a:close/>
                </a:path>
              </a:pathLst>
            </a:custGeom>
            <a:grpFill/>
            <a:ln w="9525" cap="flat">
              <a:noFill/>
              <a:prstDash val="solid"/>
              <a:miter/>
            </a:ln>
          </p:spPr>
          <p:txBody>
            <a:bodyPr rtlCol="0" anchor="ctr"/>
            <a:lstStyle/>
            <a:p>
              <a:endParaRPr lang="ko-KR" altLang="en-US">
                <a:solidFill>
                  <a:srgbClr val="082D6E"/>
                </a:solidFill>
              </a:endParaRPr>
            </a:p>
          </p:txBody>
        </p:sp>
        <p:sp>
          <p:nvSpPr>
            <p:cNvPr id="6" name="자유형: 도형 5">
              <a:extLst>
                <a:ext uri="{FF2B5EF4-FFF2-40B4-BE49-F238E27FC236}">
                  <a16:creationId xmlns:a16="http://schemas.microsoft.com/office/drawing/2014/main" id="{83A13074-8864-46BD-91AA-C81C43820B76}"/>
                </a:ext>
              </a:extLst>
            </p:cNvPr>
            <p:cNvSpPr/>
            <p:nvPr/>
          </p:nvSpPr>
          <p:spPr>
            <a:xfrm>
              <a:off x="6986102" y="5727308"/>
              <a:ext cx="76200" cy="76200"/>
            </a:xfrm>
            <a:custGeom>
              <a:avLst/>
              <a:gdLst>
                <a:gd name="connsiteX0" fmla="*/ 18288 w 76200"/>
                <a:gd name="connsiteY0" fmla="*/ 73797 h 76200"/>
                <a:gd name="connsiteX1" fmla="*/ 62389 w 76200"/>
                <a:gd name="connsiteY1" fmla="*/ 73797 h 76200"/>
                <a:gd name="connsiteX2" fmla="*/ 73723 w 76200"/>
                <a:gd name="connsiteY2" fmla="*/ 63987 h 76200"/>
                <a:gd name="connsiteX3" fmla="*/ 62674 w 76200"/>
                <a:gd name="connsiteY3" fmla="*/ 51604 h 76200"/>
                <a:gd name="connsiteX4" fmla="*/ 29337 w 76200"/>
                <a:gd name="connsiteY4" fmla="*/ 51604 h 76200"/>
                <a:gd name="connsiteX5" fmla="*/ 29337 w 76200"/>
                <a:gd name="connsiteY5" fmla="*/ 18552 h 76200"/>
                <a:gd name="connsiteX6" fmla="*/ 19526 w 76200"/>
                <a:gd name="connsiteY6" fmla="*/ 7218 h 76200"/>
                <a:gd name="connsiteX7" fmla="*/ 7144 w 76200"/>
                <a:gd name="connsiteY7" fmla="*/ 18267 h 76200"/>
                <a:gd name="connsiteX8" fmla="*/ 7144 w 76200"/>
                <a:gd name="connsiteY8" fmla="*/ 62653 h 76200"/>
                <a:gd name="connsiteX9" fmla="*/ 18288 w 76200"/>
                <a:gd name="connsiteY9" fmla="*/ 7379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76200">
                  <a:moveTo>
                    <a:pt x="18288" y="73797"/>
                  </a:moveTo>
                  <a:lnTo>
                    <a:pt x="62389" y="73797"/>
                  </a:lnTo>
                  <a:cubicBezTo>
                    <a:pt x="68103" y="73797"/>
                    <a:pt x="73057" y="69606"/>
                    <a:pt x="73723" y="63987"/>
                  </a:cubicBezTo>
                  <a:cubicBezTo>
                    <a:pt x="74486" y="57319"/>
                    <a:pt x="69246" y="51604"/>
                    <a:pt x="62674" y="51604"/>
                  </a:cubicBezTo>
                  <a:lnTo>
                    <a:pt x="29337" y="51604"/>
                  </a:lnTo>
                  <a:lnTo>
                    <a:pt x="29337" y="18552"/>
                  </a:lnTo>
                  <a:cubicBezTo>
                    <a:pt x="29337" y="12838"/>
                    <a:pt x="25146" y="7884"/>
                    <a:pt x="19526" y="7218"/>
                  </a:cubicBezTo>
                  <a:cubicBezTo>
                    <a:pt x="12859" y="6456"/>
                    <a:pt x="7144" y="11694"/>
                    <a:pt x="7144" y="18267"/>
                  </a:cubicBezTo>
                  <a:lnTo>
                    <a:pt x="7144" y="62653"/>
                  </a:lnTo>
                  <a:cubicBezTo>
                    <a:pt x="7144" y="68845"/>
                    <a:pt x="12096" y="73797"/>
                    <a:pt x="18288" y="73797"/>
                  </a:cubicBezTo>
                  <a:close/>
                </a:path>
              </a:pathLst>
            </a:custGeom>
            <a:grpFill/>
            <a:ln w="9525" cap="flat">
              <a:noFill/>
              <a:prstDash val="solid"/>
              <a:miter/>
            </a:ln>
          </p:spPr>
          <p:txBody>
            <a:bodyPr rtlCol="0" anchor="ctr"/>
            <a:lstStyle/>
            <a:p>
              <a:endParaRPr lang="ko-KR" altLang="en-US">
                <a:solidFill>
                  <a:srgbClr val="082D6E"/>
                </a:solidFill>
              </a:endParaRPr>
            </a:p>
          </p:txBody>
        </p:sp>
      </p:grpSp>
    </p:spTree>
    <p:extLst>
      <p:ext uri="{BB962C8B-B14F-4D97-AF65-F5344CB8AC3E}">
        <p14:creationId xmlns:p14="http://schemas.microsoft.com/office/powerpoint/2010/main" val="4046769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453A15B0-A78C-45DD-AFBF-FD2C2821AC27}"/>
              </a:ext>
            </a:extLst>
          </p:cNvPr>
          <p:cNvSpPr txBox="1"/>
          <p:nvPr/>
        </p:nvSpPr>
        <p:spPr>
          <a:xfrm>
            <a:off x="1288819" y="2219323"/>
            <a:ext cx="3523813" cy="954107"/>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r>
              <a:rPr lang="en-US" altLang="ko-KR" sz="2800" b="0" dirty="0">
                <a:solidFill>
                  <a:srgbClr val="082D6E"/>
                </a:solidFill>
              </a:rPr>
              <a:t>Title text block &amp;</a:t>
            </a:r>
          </a:p>
          <a:p>
            <a:r>
              <a:rPr lang="en-US" altLang="ko-KR" sz="2800" b="0" dirty="0">
                <a:solidFill>
                  <a:srgbClr val="082D6E"/>
                </a:solidFill>
              </a:rPr>
              <a:t>Mobile project</a:t>
            </a:r>
          </a:p>
        </p:txBody>
      </p:sp>
      <p:sp>
        <p:nvSpPr>
          <p:cNvPr id="16" name="TextBox 15">
            <a:extLst>
              <a:ext uri="{FF2B5EF4-FFF2-40B4-BE49-F238E27FC236}">
                <a16:creationId xmlns:a16="http://schemas.microsoft.com/office/drawing/2014/main" id="{602B60F2-E7D0-4F1B-A6F8-EB6E182CC1C0}"/>
              </a:ext>
            </a:extLst>
          </p:cNvPr>
          <p:cNvSpPr txBox="1"/>
          <p:nvPr/>
        </p:nvSpPr>
        <p:spPr>
          <a:xfrm>
            <a:off x="1288820" y="3296541"/>
            <a:ext cx="5017695" cy="1200329"/>
          </a:xfrm>
          <a:prstGeom prst="rect">
            <a:avLst/>
          </a:prstGeom>
          <a:noFill/>
        </p:spPr>
        <p:txBody>
          <a:bodyPr wrap="square" rtlCol="0">
            <a:spAutoFit/>
          </a:bodyPr>
          <a:lstStyle/>
          <a:p>
            <a:r>
              <a:rPr lang="en-US" altLang="ko-KR" sz="1200" dirty="0">
                <a:solidFill>
                  <a:srgbClr val="082D6E"/>
                </a:solidFill>
              </a:rPr>
              <a:t>Lorem ipsum dolor sit </a:t>
            </a:r>
            <a:r>
              <a:rPr lang="en-US" altLang="ko-KR" sz="1200" dirty="0" err="1">
                <a:solidFill>
                  <a:srgbClr val="082D6E"/>
                </a:solidFill>
              </a:rPr>
              <a:t>amet</a:t>
            </a:r>
            <a:r>
              <a:rPr lang="en-US" altLang="ko-KR" sz="1200" dirty="0">
                <a:solidFill>
                  <a:srgbClr val="082D6E"/>
                </a:solidFill>
              </a:rPr>
              <a:t>, </a:t>
            </a:r>
            <a:r>
              <a:rPr lang="en-US" altLang="ko-KR" sz="1200" dirty="0" err="1">
                <a:solidFill>
                  <a:srgbClr val="082D6E"/>
                </a:solidFill>
              </a:rPr>
              <a:t>consectetur</a:t>
            </a:r>
            <a:r>
              <a:rPr lang="en-US" altLang="ko-KR" sz="1200" dirty="0">
                <a:solidFill>
                  <a:srgbClr val="082D6E"/>
                </a:solidFill>
              </a:rPr>
              <a:t> </a:t>
            </a:r>
            <a:r>
              <a:rPr lang="en-US" altLang="ko-KR" sz="1200" dirty="0" err="1">
                <a:solidFill>
                  <a:srgbClr val="082D6E"/>
                </a:solidFill>
              </a:rPr>
              <a:t>adipiscing</a:t>
            </a:r>
            <a:r>
              <a:rPr lang="en-US" altLang="ko-KR" sz="1200" dirty="0">
                <a:solidFill>
                  <a:srgbClr val="082D6E"/>
                </a:solidFill>
              </a:rPr>
              <a:t> </a:t>
            </a:r>
            <a:r>
              <a:rPr lang="en-US" altLang="ko-KR" sz="1200" dirty="0" err="1">
                <a:solidFill>
                  <a:srgbClr val="082D6E"/>
                </a:solidFill>
              </a:rPr>
              <a:t>elit</a:t>
            </a:r>
            <a:r>
              <a:rPr lang="en-US" altLang="ko-KR" sz="1200" dirty="0">
                <a:solidFill>
                  <a:srgbClr val="082D6E"/>
                </a:solidFill>
              </a:rPr>
              <a:t>, sed do </a:t>
            </a:r>
            <a:r>
              <a:rPr lang="en-US" altLang="ko-KR" sz="1200" dirty="0" err="1">
                <a:solidFill>
                  <a:srgbClr val="082D6E"/>
                </a:solidFill>
              </a:rPr>
              <a:t>eiusmod</a:t>
            </a:r>
            <a:r>
              <a:rPr lang="en-US" altLang="ko-KR" sz="1200" dirty="0">
                <a:solidFill>
                  <a:srgbClr val="082D6E"/>
                </a:solidFill>
              </a:rPr>
              <a:t> </a:t>
            </a:r>
            <a:r>
              <a:rPr lang="en-US" altLang="ko-KR" sz="1200" dirty="0" err="1">
                <a:solidFill>
                  <a:srgbClr val="082D6E"/>
                </a:solidFill>
              </a:rPr>
              <a:t>tempor</a:t>
            </a:r>
            <a:r>
              <a:rPr lang="en-US" altLang="ko-KR" sz="1200" dirty="0">
                <a:solidFill>
                  <a:srgbClr val="082D6E"/>
                </a:solidFill>
              </a:rPr>
              <a:t> </a:t>
            </a:r>
            <a:r>
              <a:rPr lang="en-US" altLang="ko-KR" sz="1200" dirty="0" err="1">
                <a:solidFill>
                  <a:srgbClr val="082D6E"/>
                </a:solidFill>
              </a:rPr>
              <a:t>incididunt</a:t>
            </a:r>
            <a:r>
              <a:rPr lang="en-US" altLang="ko-KR" sz="1200" dirty="0">
                <a:solidFill>
                  <a:srgbClr val="082D6E"/>
                </a:solidFill>
              </a:rPr>
              <a:t>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labore</a:t>
            </a:r>
            <a:r>
              <a:rPr lang="en-US" altLang="ko-KR" sz="1200" dirty="0">
                <a:solidFill>
                  <a:srgbClr val="082D6E"/>
                </a:solidFill>
              </a:rPr>
              <a:t> et dolore magna </a:t>
            </a:r>
            <a:r>
              <a:rPr lang="en-US" altLang="ko-KR" sz="1200" dirty="0" err="1">
                <a:solidFill>
                  <a:srgbClr val="082D6E"/>
                </a:solidFill>
              </a:rPr>
              <a:t>aliqua</a:t>
            </a:r>
            <a:r>
              <a:rPr lang="en-US" altLang="ko-KR" sz="1200" dirty="0">
                <a:solidFill>
                  <a:srgbClr val="082D6E"/>
                </a:solidFill>
              </a:rPr>
              <a:t>. </a:t>
            </a:r>
          </a:p>
          <a:p>
            <a:r>
              <a:rPr lang="en-US" altLang="ko-KR" sz="1200" dirty="0">
                <a:solidFill>
                  <a:srgbClr val="082D6E"/>
                </a:solidFill>
              </a:rPr>
              <a:t>Ut </a:t>
            </a:r>
            <a:r>
              <a:rPr lang="en-US" altLang="ko-KR" sz="1200" dirty="0" err="1">
                <a:solidFill>
                  <a:srgbClr val="082D6E"/>
                </a:solidFill>
              </a:rPr>
              <a:t>enim</a:t>
            </a:r>
            <a:r>
              <a:rPr lang="en-US" altLang="ko-KR" sz="1200" dirty="0">
                <a:solidFill>
                  <a:srgbClr val="082D6E"/>
                </a:solidFill>
              </a:rPr>
              <a:t> ad minim </a:t>
            </a:r>
            <a:r>
              <a:rPr lang="en-US" altLang="ko-KR" sz="1200" dirty="0" err="1">
                <a:solidFill>
                  <a:srgbClr val="082D6E"/>
                </a:solidFill>
              </a:rPr>
              <a:t>veniam</a:t>
            </a:r>
            <a:r>
              <a:rPr lang="en-US" altLang="ko-KR" sz="1200" dirty="0">
                <a:solidFill>
                  <a:srgbClr val="082D6E"/>
                </a:solidFill>
              </a:rPr>
              <a:t>, </a:t>
            </a:r>
            <a:r>
              <a:rPr lang="en-US" altLang="ko-KR" sz="1200" dirty="0" err="1">
                <a:solidFill>
                  <a:srgbClr val="082D6E"/>
                </a:solidFill>
              </a:rPr>
              <a:t>quis</a:t>
            </a:r>
            <a:r>
              <a:rPr lang="en-US" altLang="ko-KR" sz="1200" dirty="0">
                <a:solidFill>
                  <a:srgbClr val="082D6E"/>
                </a:solidFill>
              </a:rPr>
              <a:t> </a:t>
            </a:r>
            <a:r>
              <a:rPr lang="en-US" altLang="ko-KR" sz="1200" dirty="0" err="1">
                <a:solidFill>
                  <a:srgbClr val="082D6E"/>
                </a:solidFill>
              </a:rPr>
              <a:t>nostrud</a:t>
            </a:r>
            <a:r>
              <a:rPr lang="en-US" altLang="ko-KR" sz="1200" dirty="0">
                <a:solidFill>
                  <a:srgbClr val="082D6E"/>
                </a:solidFill>
              </a:rPr>
              <a:t> exercitation </a:t>
            </a:r>
            <a:r>
              <a:rPr lang="en-US" altLang="ko-KR" sz="1200" dirty="0" err="1">
                <a:solidFill>
                  <a:srgbClr val="082D6E"/>
                </a:solidFill>
              </a:rPr>
              <a:t>ullamco</a:t>
            </a:r>
            <a:r>
              <a:rPr lang="en-US" altLang="ko-KR" sz="1200" dirty="0">
                <a:solidFill>
                  <a:srgbClr val="082D6E"/>
                </a:solidFill>
              </a:rPr>
              <a:t> </a:t>
            </a:r>
            <a:r>
              <a:rPr lang="en-US" altLang="ko-KR" sz="1200" dirty="0" err="1">
                <a:solidFill>
                  <a:srgbClr val="082D6E"/>
                </a:solidFill>
              </a:rPr>
              <a:t>laboris</a:t>
            </a:r>
            <a:r>
              <a:rPr lang="en-US" altLang="ko-KR" sz="1200" dirty="0">
                <a:solidFill>
                  <a:srgbClr val="082D6E"/>
                </a:solidFill>
              </a:rPr>
              <a:t> nisi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aliquip</a:t>
            </a:r>
            <a:r>
              <a:rPr lang="en-US" altLang="ko-KR" sz="1200" dirty="0">
                <a:solidFill>
                  <a:srgbClr val="082D6E"/>
                </a:solidFill>
              </a:rPr>
              <a:t> ex </a:t>
            </a:r>
            <a:r>
              <a:rPr lang="en-US" altLang="ko-KR" sz="1200" dirty="0" err="1">
                <a:solidFill>
                  <a:srgbClr val="082D6E"/>
                </a:solidFill>
              </a:rPr>
              <a:t>ea</a:t>
            </a:r>
            <a:r>
              <a:rPr lang="en-US" altLang="ko-KR" sz="1200" dirty="0">
                <a:solidFill>
                  <a:srgbClr val="082D6E"/>
                </a:solidFill>
              </a:rPr>
              <a:t> </a:t>
            </a:r>
            <a:r>
              <a:rPr lang="en-US" altLang="ko-KR" sz="1200" dirty="0" err="1">
                <a:solidFill>
                  <a:srgbClr val="082D6E"/>
                </a:solidFill>
              </a:rPr>
              <a:t>commodo</a:t>
            </a:r>
            <a:r>
              <a:rPr lang="en-US" altLang="ko-KR" sz="1200" dirty="0">
                <a:solidFill>
                  <a:srgbClr val="082D6E"/>
                </a:solidFill>
              </a:rPr>
              <a:t> </a:t>
            </a:r>
            <a:r>
              <a:rPr lang="en-US" altLang="ko-KR" sz="1200" dirty="0" err="1">
                <a:solidFill>
                  <a:srgbClr val="082D6E"/>
                </a:solidFill>
              </a:rPr>
              <a:t>consequat</a:t>
            </a:r>
            <a:r>
              <a:rPr lang="en-US" altLang="ko-KR" sz="1200" dirty="0">
                <a:solidFill>
                  <a:srgbClr val="082D6E"/>
                </a:solidFill>
              </a:rPr>
              <a:t>. Duis </a:t>
            </a:r>
            <a:r>
              <a:rPr lang="en-US" altLang="ko-KR" sz="1200" dirty="0" err="1">
                <a:solidFill>
                  <a:srgbClr val="082D6E"/>
                </a:solidFill>
              </a:rPr>
              <a:t>aute</a:t>
            </a:r>
            <a:r>
              <a:rPr lang="en-US" altLang="ko-KR" sz="1200" dirty="0">
                <a:solidFill>
                  <a:srgbClr val="082D6E"/>
                </a:solidFill>
              </a:rPr>
              <a:t> </a:t>
            </a:r>
            <a:r>
              <a:rPr lang="en-US" altLang="ko-KR" sz="1200" dirty="0" err="1">
                <a:solidFill>
                  <a:srgbClr val="082D6E"/>
                </a:solidFill>
              </a:rPr>
              <a:t>irure</a:t>
            </a:r>
            <a:r>
              <a:rPr lang="en-US" altLang="ko-KR" sz="1200" dirty="0">
                <a:solidFill>
                  <a:srgbClr val="082D6E"/>
                </a:solidFill>
              </a:rPr>
              <a:t> dolor in </a:t>
            </a:r>
            <a:r>
              <a:rPr lang="en-US" altLang="ko-KR" sz="1200" dirty="0" err="1">
                <a:solidFill>
                  <a:srgbClr val="082D6E"/>
                </a:solidFill>
              </a:rPr>
              <a:t>reprehenderit</a:t>
            </a:r>
            <a:r>
              <a:rPr lang="en-US" altLang="ko-KR" sz="1200" dirty="0">
                <a:solidFill>
                  <a:srgbClr val="082D6E"/>
                </a:solidFill>
              </a:rPr>
              <a:t> in </a:t>
            </a:r>
            <a:r>
              <a:rPr lang="en-US" altLang="ko-KR" sz="1200" dirty="0" err="1">
                <a:solidFill>
                  <a:srgbClr val="082D6E"/>
                </a:solidFill>
              </a:rPr>
              <a:t>voluptate</a:t>
            </a:r>
            <a:r>
              <a:rPr lang="en-US" altLang="ko-KR" sz="1200" dirty="0">
                <a:solidFill>
                  <a:srgbClr val="082D6E"/>
                </a:solidFill>
              </a:rPr>
              <a:t> </a:t>
            </a:r>
            <a:r>
              <a:rPr lang="en-US" altLang="ko-KR" sz="1200" dirty="0" err="1">
                <a:solidFill>
                  <a:srgbClr val="082D6E"/>
                </a:solidFill>
              </a:rPr>
              <a:t>velit</a:t>
            </a:r>
            <a:r>
              <a:rPr lang="en-US" altLang="ko-KR" sz="1200" dirty="0">
                <a:solidFill>
                  <a:srgbClr val="082D6E"/>
                </a:solidFill>
              </a:rPr>
              <a:t> </a:t>
            </a:r>
            <a:r>
              <a:rPr lang="en-US" altLang="ko-KR" sz="1200" dirty="0" err="1">
                <a:solidFill>
                  <a:srgbClr val="082D6E"/>
                </a:solidFill>
              </a:rPr>
              <a:t>esse</a:t>
            </a:r>
            <a:r>
              <a:rPr lang="en-US" altLang="ko-KR" sz="1200" dirty="0">
                <a:solidFill>
                  <a:srgbClr val="082D6E"/>
                </a:solidFill>
              </a:rPr>
              <a:t> </a:t>
            </a:r>
            <a:r>
              <a:rPr lang="en-US" altLang="ko-KR" sz="1200" dirty="0" err="1">
                <a:solidFill>
                  <a:srgbClr val="082D6E"/>
                </a:solidFill>
              </a:rPr>
              <a:t>cillum</a:t>
            </a:r>
            <a:r>
              <a:rPr lang="en-US" altLang="ko-KR" sz="1200" dirty="0">
                <a:solidFill>
                  <a:srgbClr val="082D6E"/>
                </a:solidFill>
              </a:rPr>
              <a:t> dolore </a:t>
            </a:r>
            <a:r>
              <a:rPr lang="en-US" altLang="ko-KR" sz="1200" dirty="0" err="1">
                <a:solidFill>
                  <a:srgbClr val="082D6E"/>
                </a:solidFill>
              </a:rPr>
              <a:t>eu</a:t>
            </a:r>
            <a:r>
              <a:rPr lang="en-US" altLang="ko-KR" sz="1200" dirty="0">
                <a:solidFill>
                  <a:srgbClr val="082D6E"/>
                </a:solidFill>
              </a:rPr>
              <a:t> </a:t>
            </a:r>
            <a:r>
              <a:rPr lang="en-US" altLang="ko-KR" sz="1200" dirty="0" err="1">
                <a:solidFill>
                  <a:srgbClr val="082D6E"/>
                </a:solidFill>
              </a:rPr>
              <a:t>fugiat</a:t>
            </a:r>
            <a:r>
              <a:rPr lang="en-US" altLang="ko-KR" sz="1200" dirty="0">
                <a:solidFill>
                  <a:srgbClr val="082D6E"/>
                </a:solidFill>
              </a:rPr>
              <a:t> </a:t>
            </a:r>
            <a:r>
              <a:rPr lang="en-US" altLang="ko-KR" sz="1200" dirty="0" err="1">
                <a:solidFill>
                  <a:srgbClr val="082D6E"/>
                </a:solidFill>
              </a:rPr>
              <a:t>nulla</a:t>
            </a:r>
            <a:r>
              <a:rPr lang="en-US" altLang="ko-KR" sz="1200" dirty="0">
                <a:solidFill>
                  <a:srgbClr val="082D6E"/>
                </a:solidFill>
              </a:rPr>
              <a:t> </a:t>
            </a:r>
            <a:r>
              <a:rPr lang="en-US" altLang="ko-KR" sz="1200" dirty="0" err="1">
                <a:solidFill>
                  <a:srgbClr val="082D6E"/>
                </a:solidFill>
              </a:rPr>
              <a:t>pariatur</a:t>
            </a:r>
            <a:r>
              <a:rPr lang="en-US" altLang="ko-KR" sz="1200" dirty="0">
                <a:solidFill>
                  <a:srgbClr val="082D6E"/>
                </a:solidFill>
              </a:rPr>
              <a:t>.</a:t>
            </a:r>
          </a:p>
        </p:txBody>
      </p:sp>
      <p:pic>
        <p:nvPicPr>
          <p:cNvPr id="7" name="그림 6">
            <a:extLst>
              <a:ext uri="{FF2B5EF4-FFF2-40B4-BE49-F238E27FC236}">
                <a16:creationId xmlns:a16="http://schemas.microsoft.com/office/drawing/2014/main" id="{7D8592E3-A18A-476C-87A2-A24FC18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3912" y="617983"/>
            <a:ext cx="2821794" cy="5679192"/>
          </a:xfrm>
          <a:prstGeom prst="rect">
            <a:avLst/>
          </a:prstGeom>
        </p:spPr>
      </p:pic>
      <p:sp>
        <p:nvSpPr>
          <p:cNvPr id="2" name="그림 개체 틀 1">
            <a:extLst>
              <a:ext uri="{FF2B5EF4-FFF2-40B4-BE49-F238E27FC236}">
                <a16:creationId xmlns:a16="http://schemas.microsoft.com/office/drawing/2014/main" id="{DDC79D81-BE2F-4192-ABFA-3C2219D817D3}"/>
              </a:ext>
            </a:extLst>
          </p:cNvPr>
          <p:cNvSpPr>
            <a:spLocks noGrp="1"/>
          </p:cNvSpPr>
          <p:nvPr>
            <p:ph type="pic" sz="quarter" idx="10"/>
          </p:nvPr>
        </p:nvSpPr>
        <p:spPr/>
      </p:sp>
      <p:pic>
        <p:nvPicPr>
          <p:cNvPr id="8" name="그림 7">
            <a:extLst>
              <a:ext uri="{FF2B5EF4-FFF2-40B4-BE49-F238E27FC236}">
                <a16:creationId xmlns:a16="http://schemas.microsoft.com/office/drawing/2014/main" id="{10CE268D-5FBA-43F8-89F3-096CC872CE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6132" y="783219"/>
            <a:ext cx="160228" cy="195834"/>
          </a:xfrm>
          <a:prstGeom prst="rect">
            <a:avLst/>
          </a:prstGeom>
        </p:spPr>
      </p:pic>
    </p:spTree>
    <p:extLst>
      <p:ext uri="{BB962C8B-B14F-4D97-AF65-F5344CB8AC3E}">
        <p14:creationId xmlns:p14="http://schemas.microsoft.com/office/powerpoint/2010/main" val="3022651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2A5589FE-CA11-4F9E-9137-C948DF7A7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161" y="829984"/>
            <a:ext cx="9037472" cy="5431476"/>
          </a:xfrm>
          <a:prstGeom prst="rect">
            <a:avLst/>
          </a:prstGeom>
        </p:spPr>
      </p:pic>
      <p:sp>
        <p:nvSpPr>
          <p:cNvPr id="3" name="TextBox 2">
            <a:extLst>
              <a:ext uri="{FF2B5EF4-FFF2-40B4-BE49-F238E27FC236}">
                <a16:creationId xmlns:a16="http://schemas.microsoft.com/office/drawing/2014/main" id="{DFB0DABA-322D-46CA-B169-B6D2F666E1CB}"/>
              </a:ext>
            </a:extLst>
          </p:cNvPr>
          <p:cNvSpPr txBox="1"/>
          <p:nvPr/>
        </p:nvSpPr>
        <p:spPr>
          <a:xfrm>
            <a:off x="8778238" y="1109778"/>
            <a:ext cx="2579572" cy="954107"/>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r>
              <a:rPr lang="en-US" altLang="ko-KR" sz="2800" b="0" dirty="0">
                <a:solidFill>
                  <a:srgbClr val="082D6E"/>
                </a:solidFill>
              </a:rPr>
              <a:t>Title text block &amp;</a:t>
            </a:r>
          </a:p>
          <a:p>
            <a:r>
              <a:rPr lang="en-US" altLang="ko-KR" sz="2800" b="0" dirty="0">
                <a:solidFill>
                  <a:srgbClr val="082D6E"/>
                </a:solidFill>
              </a:rPr>
              <a:t>Tablet project</a:t>
            </a:r>
          </a:p>
        </p:txBody>
      </p:sp>
      <p:sp>
        <p:nvSpPr>
          <p:cNvPr id="4" name="TextBox 3">
            <a:extLst>
              <a:ext uri="{FF2B5EF4-FFF2-40B4-BE49-F238E27FC236}">
                <a16:creationId xmlns:a16="http://schemas.microsoft.com/office/drawing/2014/main" id="{BDF0E3E4-0393-4774-BDAB-FDE777AB1B30}"/>
              </a:ext>
            </a:extLst>
          </p:cNvPr>
          <p:cNvSpPr txBox="1"/>
          <p:nvPr/>
        </p:nvSpPr>
        <p:spPr>
          <a:xfrm>
            <a:off x="8778239" y="2186996"/>
            <a:ext cx="2579572" cy="2492990"/>
          </a:xfrm>
          <a:prstGeom prst="rect">
            <a:avLst/>
          </a:prstGeom>
          <a:noFill/>
        </p:spPr>
        <p:txBody>
          <a:bodyPr wrap="square" rtlCol="0">
            <a:spAutoFit/>
          </a:bodyPr>
          <a:lstStyle/>
          <a:p>
            <a:r>
              <a:rPr lang="en-US" altLang="ko-KR" sz="1200" dirty="0">
                <a:solidFill>
                  <a:srgbClr val="082D6E"/>
                </a:solidFill>
              </a:rPr>
              <a:t>Lorem ipsum dolor sit </a:t>
            </a:r>
            <a:r>
              <a:rPr lang="en-US" altLang="ko-KR" sz="1200" dirty="0" err="1">
                <a:solidFill>
                  <a:srgbClr val="082D6E"/>
                </a:solidFill>
              </a:rPr>
              <a:t>amet</a:t>
            </a:r>
            <a:r>
              <a:rPr lang="en-US" altLang="ko-KR" sz="1200" dirty="0">
                <a:solidFill>
                  <a:srgbClr val="082D6E"/>
                </a:solidFill>
              </a:rPr>
              <a:t>, </a:t>
            </a:r>
            <a:r>
              <a:rPr lang="en-US" altLang="ko-KR" sz="1200" dirty="0" err="1">
                <a:solidFill>
                  <a:srgbClr val="082D6E"/>
                </a:solidFill>
              </a:rPr>
              <a:t>consectetur</a:t>
            </a:r>
            <a:r>
              <a:rPr lang="en-US" altLang="ko-KR" sz="1200" dirty="0">
                <a:solidFill>
                  <a:srgbClr val="082D6E"/>
                </a:solidFill>
              </a:rPr>
              <a:t> </a:t>
            </a:r>
            <a:r>
              <a:rPr lang="en-US" altLang="ko-KR" sz="1200" dirty="0" err="1">
                <a:solidFill>
                  <a:srgbClr val="082D6E"/>
                </a:solidFill>
              </a:rPr>
              <a:t>adipiscing</a:t>
            </a:r>
            <a:r>
              <a:rPr lang="en-US" altLang="ko-KR" sz="1200" dirty="0">
                <a:solidFill>
                  <a:srgbClr val="082D6E"/>
                </a:solidFill>
              </a:rPr>
              <a:t> </a:t>
            </a:r>
            <a:r>
              <a:rPr lang="en-US" altLang="ko-KR" sz="1200" dirty="0" err="1">
                <a:solidFill>
                  <a:srgbClr val="082D6E"/>
                </a:solidFill>
              </a:rPr>
              <a:t>elit</a:t>
            </a:r>
            <a:r>
              <a:rPr lang="en-US" altLang="ko-KR" sz="1200" dirty="0">
                <a:solidFill>
                  <a:srgbClr val="082D6E"/>
                </a:solidFill>
              </a:rPr>
              <a:t>, sed do </a:t>
            </a:r>
            <a:r>
              <a:rPr lang="en-US" altLang="ko-KR" sz="1200" dirty="0" err="1">
                <a:solidFill>
                  <a:srgbClr val="082D6E"/>
                </a:solidFill>
              </a:rPr>
              <a:t>eiusmod</a:t>
            </a:r>
            <a:r>
              <a:rPr lang="en-US" altLang="ko-KR" sz="1200" dirty="0">
                <a:solidFill>
                  <a:srgbClr val="082D6E"/>
                </a:solidFill>
              </a:rPr>
              <a:t> </a:t>
            </a:r>
            <a:r>
              <a:rPr lang="en-US" altLang="ko-KR" sz="1200" dirty="0" err="1">
                <a:solidFill>
                  <a:srgbClr val="082D6E"/>
                </a:solidFill>
              </a:rPr>
              <a:t>tempor</a:t>
            </a:r>
            <a:r>
              <a:rPr lang="en-US" altLang="ko-KR" sz="1200" dirty="0">
                <a:solidFill>
                  <a:srgbClr val="082D6E"/>
                </a:solidFill>
              </a:rPr>
              <a:t> </a:t>
            </a:r>
            <a:r>
              <a:rPr lang="en-US" altLang="ko-KR" sz="1200" dirty="0" err="1">
                <a:solidFill>
                  <a:srgbClr val="082D6E"/>
                </a:solidFill>
              </a:rPr>
              <a:t>incididunt</a:t>
            </a:r>
            <a:r>
              <a:rPr lang="en-US" altLang="ko-KR" sz="1200" dirty="0">
                <a:solidFill>
                  <a:srgbClr val="082D6E"/>
                </a:solidFill>
              </a:rPr>
              <a:t>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labore</a:t>
            </a:r>
            <a:r>
              <a:rPr lang="en-US" altLang="ko-KR" sz="1200" dirty="0">
                <a:solidFill>
                  <a:srgbClr val="082D6E"/>
                </a:solidFill>
              </a:rPr>
              <a:t> et dolore magna </a:t>
            </a:r>
            <a:r>
              <a:rPr lang="en-US" altLang="ko-KR" sz="1200" dirty="0" err="1">
                <a:solidFill>
                  <a:srgbClr val="082D6E"/>
                </a:solidFill>
              </a:rPr>
              <a:t>aliqua</a:t>
            </a:r>
            <a:r>
              <a:rPr lang="en-US" altLang="ko-KR" sz="1200" dirty="0">
                <a:solidFill>
                  <a:srgbClr val="082D6E"/>
                </a:solidFill>
              </a:rPr>
              <a:t>. </a:t>
            </a:r>
          </a:p>
          <a:p>
            <a:r>
              <a:rPr lang="en-US" altLang="ko-KR" sz="1200" dirty="0">
                <a:solidFill>
                  <a:srgbClr val="082D6E"/>
                </a:solidFill>
              </a:rPr>
              <a:t>Ut </a:t>
            </a:r>
            <a:r>
              <a:rPr lang="en-US" altLang="ko-KR" sz="1200" dirty="0" err="1">
                <a:solidFill>
                  <a:srgbClr val="082D6E"/>
                </a:solidFill>
              </a:rPr>
              <a:t>enim</a:t>
            </a:r>
            <a:r>
              <a:rPr lang="en-US" altLang="ko-KR" sz="1200" dirty="0">
                <a:solidFill>
                  <a:srgbClr val="082D6E"/>
                </a:solidFill>
              </a:rPr>
              <a:t> ad minim </a:t>
            </a:r>
            <a:r>
              <a:rPr lang="en-US" altLang="ko-KR" sz="1200" dirty="0" err="1">
                <a:solidFill>
                  <a:srgbClr val="082D6E"/>
                </a:solidFill>
              </a:rPr>
              <a:t>veniam</a:t>
            </a:r>
            <a:r>
              <a:rPr lang="en-US" altLang="ko-KR" sz="1200" dirty="0">
                <a:solidFill>
                  <a:srgbClr val="082D6E"/>
                </a:solidFill>
              </a:rPr>
              <a:t>, </a:t>
            </a:r>
            <a:r>
              <a:rPr lang="en-US" altLang="ko-KR" sz="1200" dirty="0" err="1">
                <a:solidFill>
                  <a:srgbClr val="082D6E"/>
                </a:solidFill>
              </a:rPr>
              <a:t>quis</a:t>
            </a:r>
            <a:r>
              <a:rPr lang="en-US" altLang="ko-KR" sz="1200" dirty="0">
                <a:solidFill>
                  <a:srgbClr val="082D6E"/>
                </a:solidFill>
              </a:rPr>
              <a:t> </a:t>
            </a:r>
            <a:r>
              <a:rPr lang="en-US" altLang="ko-KR" sz="1200" dirty="0" err="1">
                <a:solidFill>
                  <a:srgbClr val="082D6E"/>
                </a:solidFill>
              </a:rPr>
              <a:t>nostrud</a:t>
            </a:r>
            <a:r>
              <a:rPr lang="en-US" altLang="ko-KR" sz="1200" dirty="0">
                <a:solidFill>
                  <a:srgbClr val="082D6E"/>
                </a:solidFill>
              </a:rPr>
              <a:t> exercitation </a:t>
            </a:r>
            <a:r>
              <a:rPr lang="en-US" altLang="ko-KR" sz="1200" dirty="0" err="1">
                <a:solidFill>
                  <a:srgbClr val="082D6E"/>
                </a:solidFill>
              </a:rPr>
              <a:t>ullamco</a:t>
            </a:r>
            <a:r>
              <a:rPr lang="en-US" altLang="ko-KR" sz="1200" dirty="0">
                <a:solidFill>
                  <a:srgbClr val="082D6E"/>
                </a:solidFill>
              </a:rPr>
              <a:t> </a:t>
            </a:r>
            <a:r>
              <a:rPr lang="en-US" altLang="ko-KR" sz="1200" dirty="0" err="1">
                <a:solidFill>
                  <a:srgbClr val="082D6E"/>
                </a:solidFill>
              </a:rPr>
              <a:t>laboris</a:t>
            </a:r>
            <a:r>
              <a:rPr lang="en-US" altLang="ko-KR" sz="1200" dirty="0">
                <a:solidFill>
                  <a:srgbClr val="082D6E"/>
                </a:solidFill>
              </a:rPr>
              <a:t> nisi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aliquip</a:t>
            </a:r>
            <a:r>
              <a:rPr lang="en-US" altLang="ko-KR" sz="1200" dirty="0">
                <a:solidFill>
                  <a:srgbClr val="082D6E"/>
                </a:solidFill>
              </a:rPr>
              <a:t> ex </a:t>
            </a:r>
            <a:r>
              <a:rPr lang="en-US" altLang="ko-KR" sz="1200" dirty="0" err="1">
                <a:solidFill>
                  <a:srgbClr val="082D6E"/>
                </a:solidFill>
              </a:rPr>
              <a:t>ea</a:t>
            </a:r>
            <a:r>
              <a:rPr lang="en-US" altLang="ko-KR" sz="1200" dirty="0">
                <a:solidFill>
                  <a:srgbClr val="082D6E"/>
                </a:solidFill>
              </a:rPr>
              <a:t> </a:t>
            </a:r>
            <a:r>
              <a:rPr lang="en-US" altLang="ko-KR" sz="1200" dirty="0" err="1">
                <a:solidFill>
                  <a:srgbClr val="082D6E"/>
                </a:solidFill>
              </a:rPr>
              <a:t>commodo</a:t>
            </a:r>
            <a:r>
              <a:rPr lang="en-US" altLang="ko-KR" sz="1200" dirty="0">
                <a:solidFill>
                  <a:srgbClr val="082D6E"/>
                </a:solidFill>
              </a:rPr>
              <a:t> </a:t>
            </a:r>
            <a:r>
              <a:rPr lang="en-US" altLang="ko-KR" sz="1200" dirty="0" err="1">
                <a:solidFill>
                  <a:srgbClr val="082D6E"/>
                </a:solidFill>
              </a:rPr>
              <a:t>consequat</a:t>
            </a:r>
            <a:r>
              <a:rPr lang="en-US" altLang="ko-KR" sz="1200" dirty="0">
                <a:solidFill>
                  <a:srgbClr val="082D6E"/>
                </a:solidFill>
              </a:rPr>
              <a:t>. Duis </a:t>
            </a:r>
            <a:r>
              <a:rPr lang="en-US" altLang="ko-KR" sz="1200" dirty="0" err="1">
                <a:solidFill>
                  <a:srgbClr val="082D6E"/>
                </a:solidFill>
              </a:rPr>
              <a:t>aute</a:t>
            </a:r>
            <a:r>
              <a:rPr lang="en-US" altLang="ko-KR" sz="1200" dirty="0">
                <a:solidFill>
                  <a:srgbClr val="082D6E"/>
                </a:solidFill>
              </a:rPr>
              <a:t> </a:t>
            </a:r>
            <a:r>
              <a:rPr lang="en-US" altLang="ko-KR" sz="1200" dirty="0" err="1">
                <a:solidFill>
                  <a:srgbClr val="082D6E"/>
                </a:solidFill>
              </a:rPr>
              <a:t>irure</a:t>
            </a:r>
            <a:r>
              <a:rPr lang="en-US" altLang="ko-KR" sz="1200" dirty="0">
                <a:solidFill>
                  <a:srgbClr val="082D6E"/>
                </a:solidFill>
              </a:rPr>
              <a:t> dolor in </a:t>
            </a:r>
            <a:r>
              <a:rPr lang="en-US" altLang="ko-KR" sz="1200" dirty="0" err="1">
                <a:solidFill>
                  <a:srgbClr val="082D6E"/>
                </a:solidFill>
              </a:rPr>
              <a:t>reprehenderit</a:t>
            </a:r>
            <a:r>
              <a:rPr lang="en-US" altLang="ko-KR" sz="1200" dirty="0">
                <a:solidFill>
                  <a:srgbClr val="082D6E"/>
                </a:solidFill>
              </a:rPr>
              <a:t> in </a:t>
            </a:r>
            <a:r>
              <a:rPr lang="en-US" altLang="ko-KR" sz="1200" dirty="0" err="1">
                <a:solidFill>
                  <a:srgbClr val="082D6E"/>
                </a:solidFill>
              </a:rPr>
              <a:t>voluptate</a:t>
            </a:r>
            <a:r>
              <a:rPr lang="en-US" altLang="ko-KR" sz="1200" dirty="0">
                <a:solidFill>
                  <a:srgbClr val="082D6E"/>
                </a:solidFill>
              </a:rPr>
              <a:t> </a:t>
            </a:r>
            <a:r>
              <a:rPr lang="en-US" altLang="ko-KR" sz="1200" dirty="0" err="1">
                <a:solidFill>
                  <a:srgbClr val="082D6E"/>
                </a:solidFill>
              </a:rPr>
              <a:t>velit</a:t>
            </a:r>
            <a:r>
              <a:rPr lang="en-US" altLang="ko-KR" sz="1200" dirty="0">
                <a:solidFill>
                  <a:srgbClr val="082D6E"/>
                </a:solidFill>
              </a:rPr>
              <a:t> </a:t>
            </a:r>
            <a:r>
              <a:rPr lang="en-US" altLang="ko-KR" sz="1200" dirty="0" err="1">
                <a:solidFill>
                  <a:srgbClr val="082D6E"/>
                </a:solidFill>
              </a:rPr>
              <a:t>esse</a:t>
            </a:r>
            <a:r>
              <a:rPr lang="en-US" altLang="ko-KR" sz="1200" dirty="0">
                <a:solidFill>
                  <a:srgbClr val="082D6E"/>
                </a:solidFill>
              </a:rPr>
              <a:t> </a:t>
            </a:r>
            <a:r>
              <a:rPr lang="en-US" altLang="ko-KR" sz="1200" dirty="0" err="1">
                <a:solidFill>
                  <a:srgbClr val="082D6E"/>
                </a:solidFill>
              </a:rPr>
              <a:t>cillum</a:t>
            </a:r>
            <a:r>
              <a:rPr lang="en-US" altLang="ko-KR" sz="1200" dirty="0">
                <a:solidFill>
                  <a:srgbClr val="082D6E"/>
                </a:solidFill>
              </a:rPr>
              <a:t> dolore </a:t>
            </a:r>
            <a:r>
              <a:rPr lang="en-US" altLang="ko-KR" sz="1200" dirty="0" err="1">
                <a:solidFill>
                  <a:srgbClr val="082D6E"/>
                </a:solidFill>
              </a:rPr>
              <a:t>eu</a:t>
            </a:r>
            <a:r>
              <a:rPr lang="en-US" altLang="ko-KR" sz="1200" dirty="0">
                <a:solidFill>
                  <a:srgbClr val="082D6E"/>
                </a:solidFill>
              </a:rPr>
              <a:t> </a:t>
            </a:r>
            <a:r>
              <a:rPr lang="en-US" altLang="ko-KR" sz="1200" dirty="0" err="1">
                <a:solidFill>
                  <a:srgbClr val="082D6E"/>
                </a:solidFill>
              </a:rPr>
              <a:t>fugiat</a:t>
            </a:r>
            <a:r>
              <a:rPr lang="en-US" altLang="ko-KR" sz="1200" dirty="0">
                <a:solidFill>
                  <a:srgbClr val="082D6E"/>
                </a:solidFill>
              </a:rPr>
              <a:t> </a:t>
            </a:r>
            <a:r>
              <a:rPr lang="en-US" altLang="ko-KR" sz="1200" dirty="0" err="1">
                <a:solidFill>
                  <a:srgbClr val="082D6E"/>
                </a:solidFill>
              </a:rPr>
              <a:t>nulla</a:t>
            </a:r>
            <a:r>
              <a:rPr lang="en-US" altLang="ko-KR" sz="1200" dirty="0">
                <a:solidFill>
                  <a:srgbClr val="082D6E"/>
                </a:solidFill>
              </a:rPr>
              <a:t> </a:t>
            </a:r>
            <a:r>
              <a:rPr lang="en-US" altLang="ko-KR" sz="1200" dirty="0" err="1">
                <a:solidFill>
                  <a:srgbClr val="082D6E"/>
                </a:solidFill>
              </a:rPr>
              <a:t>pariatur</a:t>
            </a:r>
            <a:r>
              <a:rPr lang="en-US" altLang="ko-KR" sz="1200" dirty="0">
                <a:solidFill>
                  <a:srgbClr val="082D6E"/>
                </a:solidFill>
              </a:rPr>
              <a:t>. </a:t>
            </a:r>
          </a:p>
        </p:txBody>
      </p:sp>
      <p:sp>
        <p:nvSpPr>
          <p:cNvPr id="2" name="그림 개체 틀 1">
            <a:extLst>
              <a:ext uri="{FF2B5EF4-FFF2-40B4-BE49-F238E27FC236}">
                <a16:creationId xmlns:a16="http://schemas.microsoft.com/office/drawing/2014/main" id="{DBF4101F-BFC8-44B8-B8CF-9F32CDB7482F}"/>
              </a:ext>
            </a:extLst>
          </p:cNvPr>
          <p:cNvSpPr>
            <a:spLocks noGrp="1"/>
          </p:cNvSpPr>
          <p:nvPr>
            <p:ph type="pic" sz="quarter" idx="10"/>
          </p:nvPr>
        </p:nvSpPr>
        <p:spPr/>
      </p:sp>
    </p:spTree>
    <p:extLst>
      <p:ext uri="{BB962C8B-B14F-4D97-AF65-F5344CB8AC3E}">
        <p14:creationId xmlns:p14="http://schemas.microsoft.com/office/powerpoint/2010/main" val="485345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D4A11BC8-C8AA-44F4-A7A8-3ACF127D4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8198" y="976312"/>
            <a:ext cx="7058204" cy="4905375"/>
          </a:xfrm>
          <a:prstGeom prst="rect">
            <a:avLst/>
          </a:prstGeom>
        </p:spPr>
      </p:pic>
      <p:sp>
        <p:nvSpPr>
          <p:cNvPr id="2" name="TextBox 1">
            <a:extLst>
              <a:ext uri="{FF2B5EF4-FFF2-40B4-BE49-F238E27FC236}">
                <a16:creationId xmlns:a16="http://schemas.microsoft.com/office/drawing/2014/main" id="{FC91FF15-DE48-47F6-B4A9-9913DBF394D5}"/>
              </a:ext>
            </a:extLst>
          </p:cNvPr>
          <p:cNvSpPr txBox="1"/>
          <p:nvPr/>
        </p:nvSpPr>
        <p:spPr>
          <a:xfrm>
            <a:off x="823918" y="1336793"/>
            <a:ext cx="3395854" cy="954107"/>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r>
              <a:rPr lang="en-US" altLang="ko-KR" sz="2800" b="0" dirty="0">
                <a:solidFill>
                  <a:srgbClr val="082D6E"/>
                </a:solidFill>
              </a:rPr>
              <a:t>Title text block &amp;</a:t>
            </a:r>
          </a:p>
          <a:p>
            <a:r>
              <a:rPr lang="en-US" altLang="ko-KR" sz="2800" b="0" dirty="0">
                <a:solidFill>
                  <a:srgbClr val="082D6E"/>
                </a:solidFill>
              </a:rPr>
              <a:t>Desktop project</a:t>
            </a:r>
          </a:p>
        </p:txBody>
      </p:sp>
      <p:sp>
        <p:nvSpPr>
          <p:cNvPr id="3" name="TextBox 2">
            <a:extLst>
              <a:ext uri="{FF2B5EF4-FFF2-40B4-BE49-F238E27FC236}">
                <a16:creationId xmlns:a16="http://schemas.microsoft.com/office/drawing/2014/main" id="{6DF3BEAB-629D-474F-9843-4FC2E9E9DC14}"/>
              </a:ext>
            </a:extLst>
          </p:cNvPr>
          <p:cNvSpPr txBox="1"/>
          <p:nvPr/>
        </p:nvSpPr>
        <p:spPr>
          <a:xfrm>
            <a:off x="823918" y="2383690"/>
            <a:ext cx="3395853" cy="1938992"/>
          </a:xfrm>
          <a:prstGeom prst="rect">
            <a:avLst/>
          </a:prstGeom>
          <a:noFill/>
        </p:spPr>
        <p:txBody>
          <a:bodyPr wrap="square" rtlCol="0">
            <a:spAutoFit/>
          </a:bodyPr>
          <a:lstStyle/>
          <a:p>
            <a:r>
              <a:rPr lang="en-US" altLang="ko-KR" sz="1200" dirty="0">
                <a:solidFill>
                  <a:srgbClr val="082D6E"/>
                </a:solidFill>
              </a:rPr>
              <a:t>Lorem ipsum dolor sit </a:t>
            </a:r>
            <a:r>
              <a:rPr lang="en-US" altLang="ko-KR" sz="1200" dirty="0" err="1">
                <a:solidFill>
                  <a:srgbClr val="082D6E"/>
                </a:solidFill>
              </a:rPr>
              <a:t>amet</a:t>
            </a:r>
            <a:r>
              <a:rPr lang="en-US" altLang="ko-KR" sz="1200" dirty="0">
                <a:solidFill>
                  <a:srgbClr val="082D6E"/>
                </a:solidFill>
              </a:rPr>
              <a:t>, </a:t>
            </a:r>
            <a:r>
              <a:rPr lang="en-US" altLang="ko-KR" sz="1200" dirty="0" err="1">
                <a:solidFill>
                  <a:srgbClr val="082D6E"/>
                </a:solidFill>
              </a:rPr>
              <a:t>consectetur</a:t>
            </a:r>
            <a:r>
              <a:rPr lang="en-US" altLang="ko-KR" sz="1200" dirty="0">
                <a:solidFill>
                  <a:srgbClr val="082D6E"/>
                </a:solidFill>
              </a:rPr>
              <a:t> </a:t>
            </a:r>
            <a:r>
              <a:rPr lang="en-US" altLang="ko-KR" sz="1200" dirty="0" err="1">
                <a:solidFill>
                  <a:srgbClr val="082D6E"/>
                </a:solidFill>
              </a:rPr>
              <a:t>adipiscing</a:t>
            </a:r>
            <a:r>
              <a:rPr lang="en-US" altLang="ko-KR" sz="1200" dirty="0">
                <a:solidFill>
                  <a:srgbClr val="082D6E"/>
                </a:solidFill>
              </a:rPr>
              <a:t> </a:t>
            </a:r>
            <a:r>
              <a:rPr lang="en-US" altLang="ko-KR" sz="1200" dirty="0" err="1">
                <a:solidFill>
                  <a:srgbClr val="082D6E"/>
                </a:solidFill>
              </a:rPr>
              <a:t>elit</a:t>
            </a:r>
            <a:r>
              <a:rPr lang="en-US" altLang="ko-KR" sz="1200" dirty="0">
                <a:solidFill>
                  <a:srgbClr val="082D6E"/>
                </a:solidFill>
              </a:rPr>
              <a:t>, sed do </a:t>
            </a:r>
            <a:r>
              <a:rPr lang="en-US" altLang="ko-KR" sz="1200" dirty="0" err="1">
                <a:solidFill>
                  <a:srgbClr val="082D6E"/>
                </a:solidFill>
              </a:rPr>
              <a:t>eiusmod</a:t>
            </a:r>
            <a:r>
              <a:rPr lang="en-US" altLang="ko-KR" sz="1200" dirty="0">
                <a:solidFill>
                  <a:srgbClr val="082D6E"/>
                </a:solidFill>
              </a:rPr>
              <a:t> </a:t>
            </a:r>
            <a:r>
              <a:rPr lang="en-US" altLang="ko-KR" sz="1200" dirty="0" err="1">
                <a:solidFill>
                  <a:srgbClr val="082D6E"/>
                </a:solidFill>
              </a:rPr>
              <a:t>tempor</a:t>
            </a:r>
            <a:r>
              <a:rPr lang="en-US" altLang="ko-KR" sz="1200" dirty="0">
                <a:solidFill>
                  <a:srgbClr val="082D6E"/>
                </a:solidFill>
              </a:rPr>
              <a:t> </a:t>
            </a:r>
            <a:r>
              <a:rPr lang="en-US" altLang="ko-KR" sz="1200" dirty="0" err="1">
                <a:solidFill>
                  <a:srgbClr val="082D6E"/>
                </a:solidFill>
              </a:rPr>
              <a:t>incididunt</a:t>
            </a:r>
            <a:r>
              <a:rPr lang="en-US" altLang="ko-KR" sz="1200" dirty="0">
                <a:solidFill>
                  <a:srgbClr val="082D6E"/>
                </a:solidFill>
              </a:rPr>
              <a:t>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labore</a:t>
            </a:r>
            <a:r>
              <a:rPr lang="en-US" altLang="ko-KR" sz="1200" dirty="0">
                <a:solidFill>
                  <a:srgbClr val="082D6E"/>
                </a:solidFill>
              </a:rPr>
              <a:t> et dolore magna </a:t>
            </a:r>
            <a:r>
              <a:rPr lang="en-US" altLang="ko-KR" sz="1200" dirty="0" err="1">
                <a:solidFill>
                  <a:srgbClr val="082D6E"/>
                </a:solidFill>
              </a:rPr>
              <a:t>aliqua</a:t>
            </a:r>
            <a:r>
              <a:rPr lang="en-US" altLang="ko-KR" sz="1200" dirty="0">
                <a:solidFill>
                  <a:srgbClr val="082D6E"/>
                </a:solidFill>
              </a:rPr>
              <a:t>. </a:t>
            </a:r>
          </a:p>
          <a:p>
            <a:r>
              <a:rPr lang="en-US" altLang="ko-KR" sz="1200" dirty="0">
                <a:solidFill>
                  <a:srgbClr val="082D6E"/>
                </a:solidFill>
              </a:rPr>
              <a:t>Ut </a:t>
            </a:r>
            <a:r>
              <a:rPr lang="en-US" altLang="ko-KR" sz="1200" dirty="0" err="1">
                <a:solidFill>
                  <a:srgbClr val="082D6E"/>
                </a:solidFill>
              </a:rPr>
              <a:t>enim</a:t>
            </a:r>
            <a:r>
              <a:rPr lang="en-US" altLang="ko-KR" sz="1200" dirty="0">
                <a:solidFill>
                  <a:srgbClr val="082D6E"/>
                </a:solidFill>
              </a:rPr>
              <a:t> ad minim </a:t>
            </a:r>
            <a:r>
              <a:rPr lang="en-US" altLang="ko-KR" sz="1200" dirty="0" err="1">
                <a:solidFill>
                  <a:srgbClr val="082D6E"/>
                </a:solidFill>
              </a:rPr>
              <a:t>veniam</a:t>
            </a:r>
            <a:r>
              <a:rPr lang="en-US" altLang="ko-KR" sz="1200" dirty="0">
                <a:solidFill>
                  <a:srgbClr val="082D6E"/>
                </a:solidFill>
              </a:rPr>
              <a:t>, </a:t>
            </a:r>
            <a:r>
              <a:rPr lang="en-US" altLang="ko-KR" sz="1200" dirty="0" err="1">
                <a:solidFill>
                  <a:srgbClr val="082D6E"/>
                </a:solidFill>
              </a:rPr>
              <a:t>quis</a:t>
            </a:r>
            <a:r>
              <a:rPr lang="en-US" altLang="ko-KR" sz="1200" dirty="0">
                <a:solidFill>
                  <a:srgbClr val="082D6E"/>
                </a:solidFill>
              </a:rPr>
              <a:t> </a:t>
            </a:r>
            <a:r>
              <a:rPr lang="en-US" altLang="ko-KR" sz="1200" dirty="0" err="1">
                <a:solidFill>
                  <a:srgbClr val="082D6E"/>
                </a:solidFill>
              </a:rPr>
              <a:t>nostrud</a:t>
            </a:r>
            <a:r>
              <a:rPr lang="en-US" altLang="ko-KR" sz="1200" dirty="0">
                <a:solidFill>
                  <a:srgbClr val="082D6E"/>
                </a:solidFill>
              </a:rPr>
              <a:t> exercitation </a:t>
            </a:r>
            <a:r>
              <a:rPr lang="en-US" altLang="ko-KR" sz="1200" dirty="0" err="1">
                <a:solidFill>
                  <a:srgbClr val="082D6E"/>
                </a:solidFill>
              </a:rPr>
              <a:t>ullamco</a:t>
            </a:r>
            <a:r>
              <a:rPr lang="en-US" altLang="ko-KR" sz="1200" dirty="0">
                <a:solidFill>
                  <a:srgbClr val="082D6E"/>
                </a:solidFill>
              </a:rPr>
              <a:t> </a:t>
            </a:r>
            <a:r>
              <a:rPr lang="en-US" altLang="ko-KR" sz="1200" dirty="0" err="1">
                <a:solidFill>
                  <a:srgbClr val="082D6E"/>
                </a:solidFill>
              </a:rPr>
              <a:t>laboris</a:t>
            </a:r>
            <a:r>
              <a:rPr lang="en-US" altLang="ko-KR" sz="1200" dirty="0">
                <a:solidFill>
                  <a:srgbClr val="082D6E"/>
                </a:solidFill>
              </a:rPr>
              <a:t> nisi </a:t>
            </a:r>
            <a:r>
              <a:rPr lang="en-US" altLang="ko-KR" sz="1200" dirty="0" err="1">
                <a:solidFill>
                  <a:srgbClr val="082D6E"/>
                </a:solidFill>
              </a:rPr>
              <a:t>ut</a:t>
            </a:r>
            <a:r>
              <a:rPr lang="en-US" altLang="ko-KR" sz="1200" dirty="0">
                <a:solidFill>
                  <a:srgbClr val="082D6E"/>
                </a:solidFill>
              </a:rPr>
              <a:t> </a:t>
            </a:r>
            <a:r>
              <a:rPr lang="en-US" altLang="ko-KR" sz="1200" dirty="0" err="1">
                <a:solidFill>
                  <a:srgbClr val="082D6E"/>
                </a:solidFill>
              </a:rPr>
              <a:t>aliquip</a:t>
            </a:r>
            <a:r>
              <a:rPr lang="en-US" altLang="ko-KR" sz="1200" dirty="0">
                <a:solidFill>
                  <a:srgbClr val="082D6E"/>
                </a:solidFill>
              </a:rPr>
              <a:t> ex </a:t>
            </a:r>
            <a:r>
              <a:rPr lang="en-US" altLang="ko-KR" sz="1200" dirty="0" err="1">
                <a:solidFill>
                  <a:srgbClr val="082D6E"/>
                </a:solidFill>
              </a:rPr>
              <a:t>ea</a:t>
            </a:r>
            <a:r>
              <a:rPr lang="en-US" altLang="ko-KR" sz="1200" dirty="0">
                <a:solidFill>
                  <a:srgbClr val="082D6E"/>
                </a:solidFill>
              </a:rPr>
              <a:t> </a:t>
            </a:r>
            <a:r>
              <a:rPr lang="en-US" altLang="ko-KR" sz="1200" dirty="0" err="1">
                <a:solidFill>
                  <a:srgbClr val="082D6E"/>
                </a:solidFill>
              </a:rPr>
              <a:t>commodo</a:t>
            </a:r>
            <a:r>
              <a:rPr lang="en-US" altLang="ko-KR" sz="1200" dirty="0">
                <a:solidFill>
                  <a:srgbClr val="082D6E"/>
                </a:solidFill>
              </a:rPr>
              <a:t> </a:t>
            </a:r>
            <a:r>
              <a:rPr lang="en-US" altLang="ko-KR" sz="1200" dirty="0" err="1">
                <a:solidFill>
                  <a:srgbClr val="082D6E"/>
                </a:solidFill>
              </a:rPr>
              <a:t>consequat</a:t>
            </a:r>
            <a:r>
              <a:rPr lang="en-US" altLang="ko-KR" sz="1200" dirty="0">
                <a:solidFill>
                  <a:srgbClr val="082D6E"/>
                </a:solidFill>
              </a:rPr>
              <a:t>. Duis </a:t>
            </a:r>
            <a:r>
              <a:rPr lang="en-US" altLang="ko-KR" sz="1200" dirty="0" err="1">
                <a:solidFill>
                  <a:srgbClr val="082D6E"/>
                </a:solidFill>
              </a:rPr>
              <a:t>aute</a:t>
            </a:r>
            <a:r>
              <a:rPr lang="en-US" altLang="ko-KR" sz="1200" dirty="0">
                <a:solidFill>
                  <a:srgbClr val="082D6E"/>
                </a:solidFill>
              </a:rPr>
              <a:t> </a:t>
            </a:r>
            <a:r>
              <a:rPr lang="en-US" altLang="ko-KR" sz="1200" dirty="0" err="1">
                <a:solidFill>
                  <a:srgbClr val="082D6E"/>
                </a:solidFill>
              </a:rPr>
              <a:t>irure</a:t>
            </a:r>
            <a:r>
              <a:rPr lang="en-US" altLang="ko-KR" sz="1200" dirty="0">
                <a:solidFill>
                  <a:srgbClr val="082D6E"/>
                </a:solidFill>
              </a:rPr>
              <a:t> dolor in </a:t>
            </a:r>
            <a:r>
              <a:rPr lang="en-US" altLang="ko-KR" sz="1200" dirty="0" err="1">
                <a:solidFill>
                  <a:srgbClr val="082D6E"/>
                </a:solidFill>
              </a:rPr>
              <a:t>reprehenderit</a:t>
            </a:r>
            <a:r>
              <a:rPr lang="en-US" altLang="ko-KR" sz="1200" dirty="0">
                <a:solidFill>
                  <a:srgbClr val="082D6E"/>
                </a:solidFill>
              </a:rPr>
              <a:t> in </a:t>
            </a:r>
            <a:r>
              <a:rPr lang="en-US" altLang="ko-KR" sz="1200" dirty="0" err="1">
                <a:solidFill>
                  <a:srgbClr val="082D6E"/>
                </a:solidFill>
              </a:rPr>
              <a:t>voluptate</a:t>
            </a:r>
            <a:r>
              <a:rPr lang="en-US" altLang="ko-KR" sz="1200" dirty="0">
                <a:solidFill>
                  <a:srgbClr val="082D6E"/>
                </a:solidFill>
              </a:rPr>
              <a:t> </a:t>
            </a:r>
            <a:r>
              <a:rPr lang="en-US" altLang="ko-KR" sz="1200" dirty="0" err="1">
                <a:solidFill>
                  <a:srgbClr val="082D6E"/>
                </a:solidFill>
              </a:rPr>
              <a:t>velit</a:t>
            </a:r>
            <a:r>
              <a:rPr lang="en-US" altLang="ko-KR" sz="1200" dirty="0">
                <a:solidFill>
                  <a:srgbClr val="082D6E"/>
                </a:solidFill>
              </a:rPr>
              <a:t> </a:t>
            </a:r>
            <a:r>
              <a:rPr lang="en-US" altLang="ko-KR" sz="1200" dirty="0" err="1">
                <a:solidFill>
                  <a:srgbClr val="082D6E"/>
                </a:solidFill>
              </a:rPr>
              <a:t>esse</a:t>
            </a:r>
            <a:r>
              <a:rPr lang="en-US" altLang="ko-KR" sz="1200" dirty="0">
                <a:solidFill>
                  <a:srgbClr val="082D6E"/>
                </a:solidFill>
              </a:rPr>
              <a:t> </a:t>
            </a:r>
            <a:r>
              <a:rPr lang="en-US" altLang="ko-KR" sz="1200" dirty="0" err="1">
                <a:solidFill>
                  <a:srgbClr val="082D6E"/>
                </a:solidFill>
              </a:rPr>
              <a:t>cillum</a:t>
            </a:r>
            <a:r>
              <a:rPr lang="en-US" altLang="ko-KR" sz="1200" dirty="0">
                <a:solidFill>
                  <a:srgbClr val="082D6E"/>
                </a:solidFill>
              </a:rPr>
              <a:t> dolore </a:t>
            </a:r>
            <a:r>
              <a:rPr lang="en-US" altLang="ko-KR" sz="1200" dirty="0" err="1">
                <a:solidFill>
                  <a:srgbClr val="082D6E"/>
                </a:solidFill>
              </a:rPr>
              <a:t>eu</a:t>
            </a:r>
            <a:r>
              <a:rPr lang="en-US" altLang="ko-KR" sz="1200" dirty="0">
                <a:solidFill>
                  <a:srgbClr val="082D6E"/>
                </a:solidFill>
              </a:rPr>
              <a:t> </a:t>
            </a:r>
            <a:r>
              <a:rPr lang="en-US" altLang="ko-KR" sz="1200" dirty="0" err="1">
                <a:solidFill>
                  <a:srgbClr val="082D6E"/>
                </a:solidFill>
              </a:rPr>
              <a:t>fugiat</a:t>
            </a:r>
            <a:r>
              <a:rPr lang="en-US" altLang="ko-KR" sz="1200" dirty="0">
                <a:solidFill>
                  <a:srgbClr val="082D6E"/>
                </a:solidFill>
              </a:rPr>
              <a:t> </a:t>
            </a:r>
            <a:r>
              <a:rPr lang="en-US" altLang="ko-KR" sz="1200" dirty="0" err="1">
                <a:solidFill>
                  <a:srgbClr val="082D6E"/>
                </a:solidFill>
              </a:rPr>
              <a:t>nulla</a:t>
            </a:r>
            <a:r>
              <a:rPr lang="en-US" altLang="ko-KR" sz="1200" dirty="0">
                <a:solidFill>
                  <a:srgbClr val="082D6E"/>
                </a:solidFill>
              </a:rPr>
              <a:t> </a:t>
            </a:r>
            <a:r>
              <a:rPr lang="en-US" altLang="ko-KR" sz="1200" dirty="0" err="1">
                <a:solidFill>
                  <a:srgbClr val="082D6E"/>
                </a:solidFill>
              </a:rPr>
              <a:t>pariatur</a:t>
            </a:r>
            <a:r>
              <a:rPr lang="en-US" altLang="ko-KR" sz="1200" dirty="0">
                <a:solidFill>
                  <a:srgbClr val="082D6E"/>
                </a:solidFill>
              </a:rPr>
              <a:t>. </a:t>
            </a:r>
          </a:p>
        </p:txBody>
      </p:sp>
      <p:sp>
        <p:nvSpPr>
          <p:cNvPr id="4" name="그림 개체 틀 3">
            <a:extLst>
              <a:ext uri="{FF2B5EF4-FFF2-40B4-BE49-F238E27FC236}">
                <a16:creationId xmlns:a16="http://schemas.microsoft.com/office/drawing/2014/main" id="{7E4C3633-5953-42CB-82A4-127B1DBC819B}"/>
              </a:ext>
            </a:extLst>
          </p:cNvPr>
          <p:cNvSpPr>
            <a:spLocks noGrp="1"/>
          </p:cNvSpPr>
          <p:nvPr>
            <p:ph type="pic" sz="quarter" idx="10"/>
          </p:nvPr>
        </p:nvSpPr>
        <p:spPr/>
      </p:sp>
    </p:spTree>
    <p:extLst>
      <p:ext uri="{BB962C8B-B14F-4D97-AF65-F5344CB8AC3E}">
        <p14:creationId xmlns:p14="http://schemas.microsoft.com/office/powerpoint/2010/main" val="136301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08" name="TextBox 507">
            <a:extLst>
              <a:ext uri="{FF2B5EF4-FFF2-40B4-BE49-F238E27FC236}">
                <a16:creationId xmlns:a16="http://schemas.microsoft.com/office/drawing/2014/main" id="{5D72AF50-EA5C-42D3-9678-EBDD8A4A6757}"/>
              </a:ext>
            </a:extLst>
          </p:cNvPr>
          <p:cNvSpPr txBox="1"/>
          <p:nvPr/>
        </p:nvSpPr>
        <p:spPr>
          <a:xfrm>
            <a:off x="9002661" y="3655123"/>
            <a:ext cx="2228636" cy="523220"/>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r>
              <a:rPr lang="en-US" altLang="ko-KR" sz="2800" b="0" dirty="0">
                <a:solidFill>
                  <a:schemeClr val="bg1"/>
                </a:solidFill>
              </a:rPr>
              <a:t>Icon</a:t>
            </a:r>
          </a:p>
        </p:txBody>
      </p:sp>
      <p:sp>
        <p:nvSpPr>
          <p:cNvPr id="511" name="TextBox 510">
            <a:extLst>
              <a:ext uri="{FF2B5EF4-FFF2-40B4-BE49-F238E27FC236}">
                <a16:creationId xmlns:a16="http://schemas.microsoft.com/office/drawing/2014/main" id="{C67A3C5B-DEDF-4FA8-9087-827B4C0ACD93}"/>
              </a:ext>
            </a:extLst>
          </p:cNvPr>
          <p:cNvSpPr txBox="1"/>
          <p:nvPr/>
        </p:nvSpPr>
        <p:spPr>
          <a:xfrm>
            <a:off x="9061957" y="4239100"/>
            <a:ext cx="2622724" cy="1600438"/>
          </a:xfrm>
          <a:prstGeom prst="rect">
            <a:avLst/>
          </a:prstGeom>
          <a:noFill/>
        </p:spPr>
        <p:txBody>
          <a:bodyPr wrap="square" rtlCol="0">
            <a:spAutoFit/>
          </a:bodyPr>
          <a:lstStyle/>
          <a:p>
            <a:r>
              <a:rPr lang="en-US" altLang="ko-KR" sz="1400" dirty="0">
                <a:solidFill>
                  <a:schemeClr val="bg1"/>
                </a:solidFill>
              </a:rPr>
              <a:t>You can resize these icons keeping the quality.</a:t>
            </a:r>
          </a:p>
          <a:p>
            <a:endParaRPr lang="en-US" altLang="ko-KR" sz="1400" dirty="0">
              <a:solidFill>
                <a:schemeClr val="bg1"/>
              </a:solidFill>
            </a:endParaRPr>
          </a:p>
          <a:p>
            <a:r>
              <a:rPr lang="en-US" altLang="ko-KR" sz="1400" dirty="0">
                <a:solidFill>
                  <a:schemeClr val="bg1"/>
                </a:solidFill>
              </a:rPr>
              <a:t>You can change the stroke and fill color; just select the icon and click on the paint bucket/pen.</a:t>
            </a:r>
          </a:p>
        </p:txBody>
      </p:sp>
      <p:pic>
        <p:nvPicPr>
          <p:cNvPr id="512" name="그래픽 511">
            <a:extLst>
              <a:ext uri="{FF2B5EF4-FFF2-40B4-BE49-F238E27FC236}">
                <a16:creationId xmlns:a16="http://schemas.microsoft.com/office/drawing/2014/main" id="{54FACFEC-E719-4D8F-8859-3B238181EA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1886" y="747555"/>
            <a:ext cx="544232" cy="412564"/>
          </a:xfrm>
          <a:prstGeom prst="rect">
            <a:avLst/>
          </a:prstGeom>
        </p:spPr>
      </p:pic>
      <p:pic>
        <p:nvPicPr>
          <p:cNvPr id="513" name="그래픽 512">
            <a:extLst>
              <a:ext uri="{FF2B5EF4-FFF2-40B4-BE49-F238E27FC236}">
                <a16:creationId xmlns:a16="http://schemas.microsoft.com/office/drawing/2014/main" id="{AB49E8EC-2D7D-4E69-9FD4-1FC87A9A90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6640" y="751943"/>
            <a:ext cx="474010" cy="403786"/>
          </a:xfrm>
          <a:prstGeom prst="rect">
            <a:avLst/>
          </a:prstGeom>
        </p:spPr>
      </p:pic>
      <p:pic>
        <p:nvPicPr>
          <p:cNvPr id="514" name="그래픽 513">
            <a:extLst>
              <a:ext uri="{FF2B5EF4-FFF2-40B4-BE49-F238E27FC236}">
                <a16:creationId xmlns:a16="http://schemas.microsoft.com/office/drawing/2014/main" id="{7B2AC21B-A1CC-4857-8B05-34B02E6BCA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42238" y="716832"/>
            <a:ext cx="535454" cy="474008"/>
          </a:xfrm>
          <a:prstGeom prst="rect">
            <a:avLst/>
          </a:prstGeom>
        </p:spPr>
      </p:pic>
      <p:pic>
        <p:nvPicPr>
          <p:cNvPr id="515" name="그래픽 514">
            <a:extLst>
              <a:ext uri="{FF2B5EF4-FFF2-40B4-BE49-F238E27FC236}">
                <a16:creationId xmlns:a16="http://schemas.microsoft.com/office/drawing/2014/main" id="{66BAB85F-C5A3-456A-B4A3-88FBF9E012E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20805" y="708054"/>
            <a:ext cx="465232" cy="491564"/>
          </a:xfrm>
          <a:prstGeom prst="rect">
            <a:avLst/>
          </a:prstGeom>
        </p:spPr>
      </p:pic>
      <p:pic>
        <p:nvPicPr>
          <p:cNvPr id="516" name="그래픽 515">
            <a:extLst>
              <a:ext uri="{FF2B5EF4-FFF2-40B4-BE49-F238E27FC236}">
                <a16:creationId xmlns:a16="http://schemas.microsoft.com/office/drawing/2014/main" id="{037DA016-E1C1-4FD2-B219-7A34A6D4027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00586" y="703665"/>
            <a:ext cx="535456" cy="500344"/>
          </a:xfrm>
          <a:prstGeom prst="rect">
            <a:avLst/>
          </a:prstGeom>
        </p:spPr>
      </p:pic>
      <p:pic>
        <p:nvPicPr>
          <p:cNvPr id="517" name="그래픽 516">
            <a:extLst>
              <a:ext uri="{FF2B5EF4-FFF2-40B4-BE49-F238E27FC236}">
                <a16:creationId xmlns:a16="http://schemas.microsoft.com/office/drawing/2014/main" id="{DA1026AA-94F9-4B59-BE8D-8A46F2DA0B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09970" y="686109"/>
            <a:ext cx="517900" cy="535456"/>
          </a:xfrm>
          <a:prstGeom prst="rect">
            <a:avLst/>
          </a:prstGeom>
        </p:spPr>
      </p:pic>
      <p:pic>
        <p:nvPicPr>
          <p:cNvPr id="518" name="그래픽 517">
            <a:extLst>
              <a:ext uri="{FF2B5EF4-FFF2-40B4-BE49-F238E27FC236}">
                <a16:creationId xmlns:a16="http://schemas.microsoft.com/office/drawing/2014/main" id="{DA50BEBB-A06E-445E-A5C3-7E8E01D57EB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56333" y="743165"/>
            <a:ext cx="474010" cy="421342"/>
          </a:xfrm>
          <a:prstGeom prst="rect">
            <a:avLst/>
          </a:prstGeom>
        </p:spPr>
      </p:pic>
      <p:pic>
        <p:nvPicPr>
          <p:cNvPr id="519" name="그래픽 518">
            <a:extLst>
              <a:ext uri="{FF2B5EF4-FFF2-40B4-BE49-F238E27FC236}">
                <a16:creationId xmlns:a16="http://schemas.microsoft.com/office/drawing/2014/main" id="{0DAA09EC-9EF7-46CB-8E71-149514E9774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404459" y="721221"/>
            <a:ext cx="359896" cy="465232"/>
          </a:xfrm>
          <a:prstGeom prst="rect">
            <a:avLst/>
          </a:prstGeom>
        </p:spPr>
      </p:pic>
      <p:pic>
        <p:nvPicPr>
          <p:cNvPr id="520" name="그래픽 519">
            <a:extLst>
              <a:ext uri="{FF2B5EF4-FFF2-40B4-BE49-F238E27FC236}">
                <a16:creationId xmlns:a16="http://schemas.microsoft.com/office/drawing/2014/main" id="{0F5F36D5-51CF-4379-9EAC-220E623E4D2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69953" y="760721"/>
            <a:ext cx="430120" cy="386230"/>
          </a:xfrm>
          <a:prstGeom prst="rect">
            <a:avLst/>
          </a:prstGeom>
        </p:spPr>
      </p:pic>
      <p:pic>
        <p:nvPicPr>
          <p:cNvPr id="521" name="그래픽 520">
            <a:extLst>
              <a:ext uri="{FF2B5EF4-FFF2-40B4-BE49-F238E27FC236}">
                <a16:creationId xmlns:a16="http://schemas.microsoft.com/office/drawing/2014/main" id="{A79DE2F7-9CB8-4E76-A57B-B836A45BA40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47026" y="725609"/>
            <a:ext cx="324786" cy="456454"/>
          </a:xfrm>
          <a:prstGeom prst="rect">
            <a:avLst/>
          </a:prstGeom>
        </p:spPr>
      </p:pic>
      <p:pic>
        <p:nvPicPr>
          <p:cNvPr id="522" name="그래픽 521">
            <a:extLst>
              <a:ext uri="{FF2B5EF4-FFF2-40B4-BE49-F238E27FC236}">
                <a16:creationId xmlns:a16="http://schemas.microsoft.com/office/drawing/2014/main" id="{389809CF-E41B-484F-8532-0FC35085F116}"/>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366483" y="791445"/>
            <a:ext cx="544232" cy="324784"/>
          </a:xfrm>
          <a:prstGeom prst="rect">
            <a:avLst/>
          </a:prstGeom>
        </p:spPr>
      </p:pic>
      <p:pic>
        <p:nvPicPr>
          <p:cNvPr id="523" name="그래픽 522">
            <a:extLst>
              <a:ext uri="{FF2B5EF4-FFF2-40B4-BE49-F238E27FC236}">
                <a16:creationId xmlns:a16="http://schemas.microsoft.com/office/drawing/2014/main" id="{4EB21C3F-C75F-40E0-8592-DEAB7A006C62}"/>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80812" y="712443"/>
            <a:ext cx="307230" cy="482788"/>
          </a:xfrm>
          <a:prstGeom prst="rect">
            <a:avLst/>
          </a:prstGeom>
        </p:spPr>
      </p:pic>
      <p:pic>
        <p:nvPicPr>
          <p:cNvPr id="524" name="그래픽 523">
            <a:extLst>
              <a:ext uri="{FF2B5EF4-FFF2-40B4-BE49-F238E27FC236}">
                <a16:creationId xmlns:a16="http://schemas.microsoft.com/office/drawing/2014/main" id="{237D7F5C-526E-4545-91C5-C6949A731D0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53832" y="1530457"/>
            <a:ext cx="500342" cy="324784"/>
          </a:xfrm>
          <a:prstGeom prst="rect">
            <a:avLst/>
          </a:prstGeom>
        </p:spPr>
      </p:pic>
      <p:pic>
        <p:nvPicPr>
          <p:cNvPr id="525" name="그래픽 524">
            <a:extLst>
              <a:ext uri="{FF2B5EF4-FFF2-40B4-BE49-F238E27FC236}">
                <a16:creationId xmlns:a16="http://schemas.microsoft.com/office/drawing/2014/main" id="{B54EE9B7-7088-459C-80EB-1F4588B8299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299808" y="1442677"/>
            <a:ext cx="447676" cy="500344"/>
          </a:xfrm>
          <a:prstGeom prst="rect">
            <a:avLst/>
          </a:prstGeom>
        </p:spPr>
      </p:pic>
      <p:pic>
        <p:nvPicPr>
          <p:cNvPr id="526" name="그래픽 525">
            <a:extLst>
              <a:ext uri="{FF2B5EF4-FFF2-40B4-BE49-F238E27FC236}">
                <a16:creationId xmlns:a16="http://schemas.microsoft.com/office/drawing/2014/main" id="{ABF01BD0-4623-401B-84DB-962C6C1ACD2C}"/>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986127" y="1442677"/>
            <a:ext cx="447676" cy="500344"/>
          </a:xfrm>
          <a:prstGeom prst="rect">
            <a:avLst/>
          </a:prstGeom>
        </p:spPr>
      </p:pic>
      <p:pic>
        <p:nvPicPr>
          <p:cNvPr id="527" name="그래픽 526">
            <a:extLst>
              <a:ext uri="{FF2B5EF4-FFF2-40B4-BE49-F238E27FC236}">
                <a16:creationId xmlns:a16="http://schemas.microsoft.com/office/drawing/2014/main" id="{BC9269CC-67CA-49C5-A725-D6774F609E60}"/>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3383976" y="1451455"/>
            <a:ext cx="368674" cy="482788"/>
          </a:xfrm>
          <a:prstGeom prst="rect">
            <a:avLst/>
          </a:prstGeom>
        </p:spPr>
      </p:pic>
      <p:pic>
        <p:nvPicPr>
          <p:cNvPr id="528" name="그래픽 527">
            <a:extLst>
              <a:ext uri="{FF2B5EF4-FFF2-40B4-BE49-F238E27FC236}">
                <a16:creationId xmlns:a16="http://schemas.microsoft.com/office/drawing/2014/main" id="{2DF684F4-8DCE-4726-9767-B7959DA539CC}"/>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4084582" y="1429510"/>
            <a:ext cx="368674" cy="526676"/>
          </a:xfrm>
          <a:prstGeom prst="rect">
            <a:avLst/>
          </a:prstGeom>
        </p:spPr>
      </p:pic>
      <p:pic>
        <p:nvPicPr>
          <p:cNvPr id="529" name="그래픽 528">
            <a:extLst>
              <a:ext uri="{FF2B5EF4-FFF2-40B4-BE49-F238E27FC236}">
                <a16:creationId xmlns:a16="http://schemas.microsoft.com/office/drawing/2014/main" id="{76B8BC6E-D3A7-4B90-8697-8A5123017E6C}"/>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725612" y="1455844"/>
            <a:ext cx="535454" cy="474008"/>
          </a:xfrm>
          <a:prstGeom prst="rect">
            <a:avLst/>
          </a:prstGeom>
        </p:spPr>
      </p:pic>
      <p:pic>
        <p:nvPicPr>
          <p:cNvPr id="530" name="그래픽 529">
            <a:extLst>
              <a:ext uri="{FF2B5EF4-FFF2-40B4-BE49-F238E27FC236}">
                <a16:creationId xmlns:a16="http://schemas.microsoft.com/office/drawing/2014/main" id="{E216230B-5640-4F3C-828C-E2A20B22F88E}"/>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2581304" y="1460233"/>
            <a:ext cx="544232" cy="465232"/>
          </a:xfrm>
          <a:prstGeom prst="rect">
            <a:avLst/>
          </a:prstGeom>
        </p:spPr>
      </p:pic>
      <p:pic>
        <p:nvPicPr>
          <p:cNvPr id="531" name="그래픽 530">
            <a:extLst>
              <a:ext uri="{FF2B5EF4-FFF2-40B4-BE49-F238E27FC236}">
                <a16:creationId xmlns:a16="http://schemas.microsoft.com/office/drawing/2014/main" id="{B0B7063F-2BAE-4D16-95BC-91B3D08FFAE9}"/>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5426403" y="1438288"/>
            <a:ext cx="316006" cy="509120"/>
          </a:xfrm>
          <a:prstGeom prst="rect">
            <a:avLst/>
          </a:prstGeom>
        </p:spPr>
      </p:pic>
      <p:pic>
        <p:nvPicPr>
          <p:cNvPr id="532" name="그래픽 531">
            <a:extLst>
              <a:ext uri="{FF2B5EF4-FFF2-40B4-BE49-F238E27FC236}">
                <a16:creationId xmlns:a16="http://schemas.microsoft.com/office/drawing/2014/main" id="{763979C8-5789-4683-A8B8-0810088B4477}"/>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026064" y="1429510"/>
            <a:ext cx="517898" cy="526676"/>
          </a:xfrm>
          <a:prstGeom prst="rect">
            <a:avLst/>
          </a:prstGeom>
        </p:spPr>
      </p:pic>
      <p:pic>
        <p:nvPicPr>
          <p:cNvPr id="533" name="그래픽 532">
            <a:extLst>
              <a:ext uri="{FF2B5EF4-FFF2-40B4-BE49-F238E27FC236}">
                <a16:creationId xmlns:a16="http://schemas.microsoft.com/office/drawing/2014/main" id="{CC15BCCE-411E-4D70-93B8-EBE3A14640B7}"/>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716303" y="1442677"/>
            <a:ext cx="386230" cy="500344"/>
          </a:xfrm>
          <a:prstGeom prst="rect">
            <a:avLst/>
          </a:prstGeom>
        </p:spPr>
      </p:pic>
      <p:pic>
        <p:nvPicPr>
          <p:cNvPr id="534" name="그래픽 533">
            <a:extLst>
              <a:ext uri="{FF2B5EF4-FFF2-40B4-BE49-F238E27FC236}">
                <a16:creationId xmlns:a16="http://schemas.microsoft.com/office/drawing/2014/main" id="{B3EEEA18-8C46-4EB2-ACAA-40A4AB3C7F27}"/>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7445484" y="1499733"/>
            <a:ext cx="386230" cy="386230"/>
          </a:xfrm>
          <a:prstGeom prst="rect">
            <a:avLst/>
          </a:prstGeom>
        </p:spPr>
      </p:pic>
      <p:pic>
        <p:nvPicPr>
          <p:cNvPr id="535" name="그래픽 534">
            <a:extLst>
              <a:ext uri="{FF2B5EF4-FFF2-40B4-BE49-F238E27FC236}">
                <a16:creationId xmlns:a16="http://schemas.microsoft.com/office/drawing/2014/main" id="{065EC6F1-4B59-4E10-8D32-50799FB39BA1}"/>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8014978" y="1469011"/>
            <a:ext cx="438898" cy="447676"/>
          </a:xfrm>
          <a:prstGeom prst="rect">
            <a:avLst/>
          </a:prstGeom>
        </p:spPr>
      </p:pic>
      <p:pic>
        <p:nvPicPr>
          <p:cNvPr id="536" name="그래픽 535">
            <a:extLst>
              <a:ext uri="{FF2B5EF4-FFF2-40B4-BE49-F238E27FC236}">
                <a16:creationId xmlns:a16="http://schemas.microsoft.com/office/drawing/2014/main" id="{CE5DBA39-627C-4457-95E0-14829EF8CF69}"/>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35758" y="5719020"/>
            <a:ext cx="336488" cy="263338"/>
          </a:xfrm>
          <a:prstGeom prst="rect">
            <a:avLst/>
          </a:prstGeom>
        </p:spPr>
      </p:pic>
      <p:pic>
        <p:nvPicPr>
          <p:cNvPr id="537" name="그래픽 536">
            <a:extLst>
              <a:ext uri="{FF2B5EF4-FFF2-40B4-BE49-F238E27FC236}">
                <a16:creationId xmlns:a16="http://schemas.microsoft.com/office/drawing/2014/main" id="{90BF0EDB-8D7A-45BC-BD90-C86454B071D1}"/>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355401" y="5682445"/>
            <a:ext cx="336488" cy="336488"/>
          </a:xfrm>
          <a:prstGeom prst="rect">
            <a:avLst/>
          </a:prstGeom>
        </p:spPr>
      </p:pic>
      <p:pic>
        <p:nvPicPr>
          <p:cNvPr id="538" name="그래픽 537">
            <a:extLst>
              <a:ext uri="{FF2B5EF4-FFF2-40B4-BE49-F238E27FC236}">
                <a16:creationId xmlns:a16="http://schemas.microsoft.com/office/drawing/2014/main" id="{48BAB4EC-1660-4E92-9118-4BAE89C19581}"/>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2008804" y="5682445"/>
            <a:ext cx="402322" cy="336488"/>
          </a:xfrm>
          <a:prstGeom prst="rect">
            <a:avLst/>
          </a:prstGeom>
        </p:spPr>
      </p:pic>
      <p:pic>
        <p:nvPicPr>
          <p:cNvPr id="539" name="그래픽 538">
            <a:extLst>
              <a:ext uri="{FF2B5EF4-FFF2-40B4-BE49-F238E27FC236}">
                <a16:creationId xmlns:a16="http://schemas.microsoft.com/office/drawing/2014/main" id="{ACD30BB9-D5B3-43AA-BE88-8901BAF550C2}"/>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681519" y="5678788"/>
            <a:ext cx="343804" cy="343804"/>
          </a:xfrm>
          <a:prstGeom prst="rect">
            <a:avLst/>
          </a:prstGeom>
        </p:spPr>
      </p:pic>
      <p:pic>
        <p:nvPicPr>
          <p:cNvPr id="540" name="그래픽 539">
            <a:extLst>
              <a:ext uri="{FF2B5EF4-FFF2-40B4-BE49-F238E27FC236}">
                <a16:creationId xmlns:a16="http://schemas.microsoft.com/office/drawing/2014/main" id="{56DDF698-D403-4BBC-B1DC-95A7D5EBEDAF}"/>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381782" y="5656843"/>
            <a:ext cx="373064" cy="387694"/>
          </a:xfrm>
          <a:prstGeom prst="rect">
            <a:avLst/>
          </a:prstGeom>
        </p:spPr>
      </p:pic>
      <p:pic>
        <p:nvPicPr>
          <p:cNvPr id="541" name="그래픽 540">
            <a:extLst>
              <a:ext uri="{FF2B5EF4-FFF2-40B4-BE49-F238E27FC236}">
                <a16:creationId xmlns:a16="http://schemas.microsoft.com/office/drawing/2014/main" id="{A113C8EF-7D5B-45BC-8AB3-C8E72C2BAF93}"/>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088972" y="5661964"/>
            <a:ext cx="359896" cy="377452"/>
          </a:xfrm>
          <a:prstGeom prst="rect">
            <a:avLst/>
          </a:prstGeom>
        </p:spPr>
      </p:pic>
      <p:pic>
        <p:nvPicPr>
          <p:cNvPr id="542" name="그래픽 541">
            <a:extLst>
              <a:ext uri="{FF2B5EF4-FFF2-40B4-BE49-F238E27FC236}">
                <a16:creationId xmlns:a16="http://schemas.microsoft.com/office/drawing/2014/main" id="{7F102B27-B1E1-4FDC-8033-1572558FEE81}"/>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4778279" y="5648796"/>
            <a:ext cx="430120" cy="403786"/>
          </a:xfrm>
          <a:prstGeom prst="rect">
            <a:avLst/>
          </a:prstGeom>
        </p:spPr>
      </p:pic>
      <p:pic>
        <p:nvPicPr>
          <p:cNvPr id="543" name="그래픽 542">
            <a:extLst>
              <a:ext uri="{FF2B5EF4-FFF2-40B4-BE49-F238E27FC236}">
                <a16:creationId xmlns:a16="http://schemas.microsoft.com/office/drawing/2014/main" id="{7FF9F4EA-8E2C-4029-A6D4-134CED52E8B9}"/>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5391291" y="5653186"/>
            <a:ext cx="386230" cy="395008"/>
          </a:xfrm>
          <a:prstGeom prst="rect">
            <a:avLst/>
          </a:prstGeom>
        </p:spPr>
      </p:pic>
      <p:pic>
        <p:nvPicPr>
          <p:cNvPr id="544" name="그래픽 543">
            <a:extLst>
              <a:ext uri="{FF2B5EF4-FFF2-40B4-BE49-F238E27FC236}">
                <a16:creationId xmlns:a16="http://schemas.microsoft.com/office/drawing/2014/main" id="{92056F15-7947-46F2-8904-1ECA5FDE96AB}"/>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091897" y="5683908"/>
            <a:ext cx="386230" cy="333562"/>
          </a:xfrm>
          <a:prstGeom prst="rect">
            <a:avLst/>
          </a:prstGeom>
        </p:spPr>
      </p:pic>
      <p:pic>
        <p:nvPicPr>
          <p:cNvPr id="545" name="그래픽 544">
            <a:extLst>
              <a:ext uri="{FF2B5EF4-FFF2-40B4-BE49-F238E27FC236}">
                <a16:creationId xmlns:a16="http://schemas.microsoft.com/office/drawing/2014/main" id="{8CA3B057-77E3-4B18-8164-E275031B87D6}"/>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6703137" y="5648796"/>
            <a:ext cx="412564" cy="403786"/>
          </a:xfrm>
          <a:prstGeom prst="rect">
            <a:avLst/>
          </a:prstGeom>
        </p:spPr>
      </p:pic>
      <p:pic>
        <p:nvPicPr>
          <p:cNvPr id="546" name="그래픽 545">
            <a:extLst>
              <a:ext uri="{FF2B5EF4-FFF2-40B4-BE49-F238E27FC236}">
                <a16:creationId xmlns:a16="http://schemas.microsoft.com/office/drawing/2014/main" id="{F14D8E6E-A78A-48DF-BD9D-D4E707E9D6D6}"/>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419150" y="5635630"/>
            <a:ext cx="438898" cy="430120"/>
          </a:xfrm>
          <a:prstGeom prst="rect">
            <a:avLst/>
          </a:prstGeom>
        </p:spPr>
      </p:pic>
      <p:pic>
        <p:nvPicPr>
          <p:cNvPr id="547" name="그래픽 546">
            <a:extLst>
              <a:ext uri="{FF2B5EF4-FFF2-40B4-BE49-F238E27FC236}">
                <a16:creationId xmlns:a16="http://schemas.microsoft.com/office/drawing/2014/main" id="{AF5FCAC0-7501-46F8-BACC-35B8411642C6}"/>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8023756" y="5640018"/>
            <a:ext cx="421342" cy="421342"/>
          </a:xfrm>
          <a:prstGeom prst="rect">
            <a:avLst/>
          </a:prstGeom>
        </p:spPr>
      </p:pic>
      <p:pic>
        <p:nvPicPr>
          <p:cNvPr id="548" name="그래픽 547">
            <a:extLst>
              <a:ext uri="{FF2B5EF4-FFF2-40B4-BE49-F238E27FC236}">
                <a16:creationId xmlns:a16="http://schemas.microsoft.com/office/drawing/2014/main" id="{0D8309E5-B6AA-4E3D-AC20-ADA906E97AF2}"/>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719665" y="2187344"/>
            <a:ext cx="368674" cy="377452"/>
          </a:xfrm>
          <a:prstGeom prst="rect">
            <a:avLst/>
          </a:prstGeom>
        </p:spPr>
      </p:pic>
      <p:pic>
        <p:nvPicPr>
          <p:cNvPr id="549" name="그래픽 548">
            <a:extLst>
              <a:ext uri="{FF2B5EF4-FFF2-40B4-BE49-F238E27FC236}">
                <a16:creationId xmlns:a16="http://schemas.microsoft.com/office/drawing/2014/main" id="{23062EF7-FC74-4D6B-96F3-A22BA8AF3C3B}"/>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1330530" y="2182954"/>
            <a:ext cx="386230" cy="386230"/>
          </a:xfrm>
          <a:prstGeom prst="rect">
            <a:avLst/>
          </a:prstGeom>
        </p:spPr>
      </p:pic>
      <p:pic>
        <p:nvPicPr>
          <p:cNvPr id="550" name="그래픽 549">
            <a:extLst>
              <a:ext uri="{FF2B5EF4-FFF2-40B4-BE49-F238E27FC236}">
                <a16:creationId xmlns:a16="http://schemas.microsoft.com/office/drawing/2014/main" id="{9921B083-BB80-480D-8648-3B78F1158875}"/>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1986127" y="2152232"/>
            <a:ext cx="447676" cy="447676"/>
          </a:xfrm>
          <a:prstGeom prst="rect">
            <a:avLst/>
          </a:prstGeom>
        </p:spPr>
      </p:pic>
      <p:pic>
        <p:nvPicPr>
          <p:cNvPr id="551" name="그래픽 550">
            <a:extLst>
              <a:ext uri="{FF2B5EF4-FFF2-40B4-BE49-F238E27FC236}">
                <a16:creationId xmlns:a16="http://schemas.microsoft.com/office/drawing/2014/main" id="{CD277099-38A7-43FE-91CA-7B163EC32D90}"/>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2726140" y="2174176"/>
            <a:ext cx="254562" cy="403786"/>
          </a:xfrm>
          <a:prstGeom prst="rect">
            <a:avLst/>
          </a:prstGeom>
        </p:spPr>
      </p:pic>
      <p:pic>
        <p:nvPicPr>
          <p:cNvPr id="552" name="그래픽 551">
            <a:extLst>
              <a:ext uri="{FF2B5EF4-FFF2-40B4-BE49-F238E27FC236}">
                <a16:creationId xmlns:a16="http://schemas.microsoft.com/office/drawing/2014/main" id="{28549A21-C0B1-41D0-9E77-2515085945A1}"/>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3362032" y="2191732"/>
            <a:ext cx="412564" cy="368674"/>
          </a:xfrm>
          <a:prstGeom prst="rect">
            <a:avLst/>
          </a:prstGeom>
        </p:spPr>
      </p:pic>
      <p:pic>
        <p:nvPicPr>
          <p:cNvPr id="553" name="그래픽 552">
            <a:extLst>
              <a:ext uri="{FF2B5EF4-FFF2-40B4-BE49-F238E27FC236}">
                <a16:creationId xmlns:a16="http://schemas.microsoft.com/office/drawing/2014/main" id="{46048F75-4720-44A6-82EE-E5958D4E5461}"/>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4062637" y="2156620"/>
            <a:ext cx="412566" cy="438898"/>
          </a:xfrm>
          <a:prstGeom prst="rect">
            <a:avLst/>
          </a:prstGeom>
        </p:spPr>
      </p:pic>
      <p:pic>
        <p:nvPicPr>
          <p:cNvPr id="554" name="그래픽 553">
            <a:extLst>
              <a:ext uri="{FF2B5EF4-FFF2-40B4-BE49-F238E27FC236}">
                <a16:creationId xmlns:a16="http://schemas.microsoft.com/office/drawing/2014/main" id="{E19C360F-2ED3-4B86-AA7D-7921C5E20EC9}"/>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4861669" y="2143454"/>
            <a:ext cx="263338" cy="465232"/>
          </a:xfrm>
          <a:prstGeom prst="rect">
            <a:avLst/>
          </a:prstGeom>
        </p:spPr>
      </p:pic>
      <p:pic>
        <p:nvPicPr>
          <p:cNvPr id="555" name="그래픽 554">
            <a:extLst>
              <a:ext uri="{FF2B5EF4-FFF2-40B4-BE49-F238E27FC236}">
                <a16:creationId xmlns:a16="http://schemas.microsoft.com/office/drawing/2014/main" id="{98372945-6683-49ED-BF2C-31B09685934C}"/>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5413237" y="2143454"/>
            <a:ext cx="342340" cy="465232"/>
          </a:xfrm>
          <a:prstGeom prst="rect">
            <a:avLst/>
          </a:prstGeom>
        </p:spPr>
      </p:pic>
      <p:pic>
        <p:nvPicPr>
          <p:cNvPr id="556" name="그래픽 555">
            <a:extLst>
              <a:ext uri="{FF2B5EF4-FFF2-40B4-BE49-F238E27FC236}">
                <a16:creationId xmlns:a16="http://schemas.microsoft.com/office/drawing/2014/main" id="{7590CB79-F1F6-4113-B5E6-8B26A144CD1A}"/>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6061175" y="2204900"/>
            <a:ext cx="447676" cy="342340"/>
          </a:xfrm>
          <a:prstGeom prst="rect">
            <a:avLst/>
          </a:prstGeom>
        </p:spPr>
      </p:pic>
      <p:pic>
        <p:nvPicPr>
          <p:cNvPr id="557" name="그래픽 556">
            <a:extLst>
              <a:ext uri="{FF2B5EF4-FFF2-40B4-BE49-F238E27FC236}">
                <a16:creationId xmlns:a16="http://schemas.microsoft.com/office/drawing/2014/main" id="{136D050C-CAA9-485D-B7B7-9C5475AE0CCE}"/>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6703137" y="2196122"/>
            <a:ext cx="412564" cy="359896"/>
          </a:xfrm>
          <a:prstGeom prst="rect">
            <a:avLst/>
          </a:prstGeom>
        </p:spPr>
      </p:pic>
      <p:pic>
        <p:nvPicPr>
          <p:cNvPr id="558" name="그래픽 557">
            <a:extLst>
              <a:ext uri="{FF2B5EF4-FFF2-40B4-BE49-F238E27FC236}">
                <a16:creationId xmlns:a16="http://schemas.microsoft.com/office/drawing/2014/main" id="{11C4341B-D3D8-4548-B789-10FA0F3C78AF}"/>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7423540" y="2182954"/>
            <a:ext cx="430120" cy="386230"/>
          </a:xfrm>
          <a:prstGeom prst="rect">
            <a:avLst/>
          </a:prstGeom>
        </p:spPr>
      </p:pic>
      <p:pic>
        <p:nvPicPr>
          <p:cNvPr id="559" name="그래픽 558">
            <a:extLst>
              <a:ext uri="{FF2B5EF4-FFF2-40B4-BE49-F238E27FC236}">
                <a16:creationId xmlns:a16="http://schemas.microsoft.com/office/drawing/2014/main" id="{8EEEBA62-DB47-4171-A971-7F13BBAEE9B9}"/>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8028145" y="2218066"/>
            <a:ext cx="412564" cy="316006"/>
          </a:xfrm>
          <a:prstGeom prst="rect">
            <a:avLst/>
          </a:prstGeom>
        </p:spPr>
      </p:pic>
      <p:pic>
        <p:nvPicPr>
          <p:cNvPr id="560" name="그래픽 559">
            <a:extLst>
              <a:ext uri="{FF2B5EF4-FFF2-40B4-BE49-F238E27FC236}">
                <a16:creationId xmlns:a16="http://schemas.microsoft.com/office/drawing/2014/main" id="{C368A129-11B7-48F0-BC13-8B69F1E766EC}"/>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702109" y="2835627"/>
            <a:ext cx="403786" cy="403786"/>
          </a:xfrm>
          <a:prstGeom prst="rect">
            <a:avLst/>
          </a:prstGeom>
        </p:spPr>
      </p:pic>
      <p:pic>
        <p:nvPicPr>
          <p:cNvPr id="561" name="그래픽 560">
            <a:extLst>
              <a:ext uri="{FF2B5EF4-FFF2-40B4-BE49-F238E27FC236}">
                <a16:creationId xmlns:a16="http://schemas.microsoft.com/office/drawing/2014/main" id="{66E499C2-652E-487F-BA25-8BA2F6868BE2}"/>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1344429" y="2865619"/>
            <a:ext cx="358434" cy="343804"/>
          </a:xfrm>
          <a:prstGeom prst="rect">
            <a:avLst/>
          </a:prstGeom>
        </p:spPr>
      </p:pic>
      <p:pic>
        <p:nvPicPr>
          <p:cNvPr id="562" name="그래픽 561">
            <a:extLst>
              <a:ext uri="{FF2B5EF4-FFF2-40B4-BE49-F238E27FC236}">
                <a16:creationId xmlns:a16="http://schemas.microsoft.com/office/drawing/2014/main" id="{586A25DA-6B67-4FE1-AD5E-69DFBAB32F48}"/>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2056350" y="2854646"/>
            <a:ext cx="307228" cy="365748"/>
          </a:xfrm>
          <a:prstGeom prst="rect">
            <a:avLst/>
          </a:prstGeom>
        </p:spPr>
      </p:pic>
      <p:pic>
        <p:nvPicPr>
          <p:cNvPr id="563" name="그래픽 562">
            <a:extLst>
              <a:ext uri="{FF2B5EF4-FFF2-40B4-BE49-F238E27FC236}">
                <a16:creationId xmlns:a16="http://schemas.microsoft.com/office/drawing/2014/main" id="{97812C82-0037-4391-AF02-FEA548386A4E}"/>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2677861" y="2836359"/>
            <a:ext cx="351118" cy="402324"/>
          </a:xfrm>
          <a:prstGeom prst="rect">
            <a:avLst/>
          </a:prstGeom>
        </p:spPr>
      </p:pic>
      <p:pic>
        <p:nvPicPr>
          <p:cNvPr id="564" name="그래픽 563">
            <a:extLst>
              <a:ext uri="{FF2B5EF4-FFF2-40B4-BE49-F238E27FC236}">
                <a16:creationId xmlns:a16="http://schemas.microsoft.com/office/drawing/2014/main" id="{0825FFD8-D2BE-4D76-A45F-A28827DA7884}"/>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3340086" y="2796127"/>
            <a:ext cx="456454" cy="482788"/>
          </a:xfrm>
          <a:prstGeom prst="rect">
            <a:avLst/>
          </a:prstGeom>
        </p:spPr>
      </p:pic>
      <p:pic>
        <p:nvPicPr>
          <p:cNvPr id="565" name="그래픽 564">
            <a:extLst>
              <a:ext uri="{FF2B5EF4-FFF2-40B4-BE49-F238E27FC236}">
                <a16:creationId xmlns:a16="http://schemas.microsoft.com/office/drawing/2014/main" id="{EE5FE7AA-413B-428B-8C2C-3E6DDE1B8930}"/>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4001192" y="2835627"/>
            <a:ext cx="535456" cy="403786"/>
          </a:xfrm>
          <a:prstGeom prst="rect">
            <a:avLst/>
          </a:prstGeom>
        </p:spPr>
      </p:pic>
      <p:pic>
        <p:nvPicPr>
          <p:cNvPr id="566" name="그래픽 565">
            <a:extLst>
              <a:ext uri="{FF2B5EF4-FFF2-40B4-BE49-F238E27FC236}">
                <a16:creationId xmlns:a16="http://schemas.microsoft.com/office/drawing/2014/main" id="{50F96B3B-596A-400C-92DB-B01B6129CC75}"/>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4858011" y="2872933"/>
            <a:ext cx="270656" cy="329176"/>
          </a:xfrm>
          <a:prstGeom prst="rect">
            <a:avLst/>
          </a:prstGeom>
        </p:spPr>
      </p:pic>
      <p:pic>
        <p:nvPicPr>
          <p:cNvPr id="567" name="그래픽 566">
            <a:extLst>
              <a:ext uri="{FF2B5EF4-FFF2-40B4-BE49-F238E27FC236}">
                <a16:creationId xmlns:a16="http://schemas.microsoft.com/office/drawing/2014/main" id="{77DBCF95-D7B9-4047-8185-8F8C2021F9CA}"/>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5357642" y="2931454"/>
            <a:ext cx="453528" cy="212134"/>
          </a:xfrm>
          <a:prstGeom prst="rect">
            <a:avLst/>
          </a:prstGeom>
        </p:spPr>
      </p:pic>
      <p:pic>
        <p:nvPicPr>
          <p:cNvPr id="568" name="그래픽 567">
            <a:extLst>
              <a:ext uri="{FF2B5EF4-FFF2-40B4-BE49-F238E27FC236}">
                <a16:creationId xmlns:a16="http://schemas.microsoft.com/office/drawing/2014/main" id="{1E2ED237-12A1-437B-A000-4FD28CF9DF34}"/>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6083851" y="2894879"/>
            <a:ext cx="402324" cy="285284"/>
          </a:xfrm>
          <a:prstGeom prst="rect">
            <a:avLst/>
          </a:prstGeom>
        </p:spPr>
      </p:pic>
      <p:pic>
        <p:nvPicPr>
          <p:cNvPr id="569" name="그래픽 568">
            <a:extLst>
              <a:ext uri="{FF2B5EF4-FFF2-40B4-BE49-F238E27FC236}">
                <a16:creationId xmlns:a16="http://schemas.microsoft.com/office/drawing/2014/main" id="{C5BFE4BA-DFE6-472D-82FF-E98F728D1ED0}"/>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6722887" y="2850989"/>
            <a:ext cx="373064" cy="373064"/>
          </a:xfrm>
          <a:prstGeom prst="rect">
            <a:avLst/>
          </a:prstGeom>
        </p:spPr>
      </p:pic>
      <p:pic>
        <p:nvPicPr>
          <p:cNvPr id="570" name="그래픽 569">
            <a:extLst>
              <a:ext uri="{FF2B5EF4-FFF2-40B4-BE49-F238E27FC236}">
                <a16:creationId xmlns:a16="http://schemas.microsoft.com/office/drawing/2014/main" id="{6E313B76-D03F-4558-A2F3-B59D14F90F6A}"/>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7452068" y="2850989"/>
            <a:ext cx="373064" cy="373064"/>
          </a:xfrm>
          <a:prstGeom prst="rect">
            <a:avLst/>
          </a:prstGeom>
        </p:spPr>
      </p:pic>
      <p:pic>
        <p:nvPicPr>
          <p:cNvPr id="571" name="그래픽 570">
            <a:extLst>
              <a:ext uri="{FF2B5EF4-FFF2-40B4-BE49-F238E27FC236}">
                <a16:creationId xmlns:a16="http://schemas.microsoft.com/office/drawing/2014/main" id="{EFC2DBCA-33A7-4431-904A-BF58AF1C0197}"/>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8062525" y="2840016"/>
            <a:ext cx="343804" cy="395008"/>
          </a:xfrm>
          <a:prstGeom prst="rect">
            <a:avLst/>
          </a:prstGeom>
        </p:spPr>
      </p:pic>
      <p:pic>
        <p:nvPicPr>
          <p:cNvPr id="572" name="그래픽 571">
            <a:extLst>
              <a:ext uri="{FF2B5EF4-FFF2-40B4-BE49-F238E27FC236}">
                <a16:creationId xmlns:a16="http://schemas.microsoft.com/office/drawing/2014/main" id="{D54D0839-B434-49D5-99E2-907E6DCA8B64}"/>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717471" y="3564996"/>
            <a:ext cx="373064" cy="387694"/>
          </a:xfrm>
          <a:prstGeom prst="rect">
            <a:avLst/>
          </a:prstGeom>
        </p:spPr>
      </p:pic>
      <p:pic>
        <p:nvPicPr>
          <p:cNvPr id="573" name="그래픽 572">
            <a:extLst>
              <a:ext uri="{FF2B5EF4-FFF2-40B4-BE49-F238E27FC236}">
                <a16:creationId xmlns:a16="http://schemas.microsoft.com/office/drawing/2014/main" id="{4A11F4A7-E5DA-40B6-B27A-020281DE0395}"/>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1388318" y="3568652"/>
            <a:ext cx="270656" cy="380380"/>
          </a:xfrm>
          <a:prstGeom prst="rect">
            <a:avLst/>
          </a:prstGeom>
        </p:spPr>
      </p:pic>
      <p:pic>
        <p:nvPicPr>
          <p:cNvPr id="574" name="그래픽 573">
            <a:extLst>
              <a:ext uri="{FF2B5EF4-FFF2-40B4-BE49-F238E27FC236}">
                <a16:creationId xmlns:a16="http://schemas.microsoft.com/office/drawing/2014/main" id="{F5C95A09-5796-4EC3-B68E-91CC4D4AA86C}"/>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2008803" y="3557681"/>
            <a:ext cx="402324" cy="402324"/>
          </a:xfrm>
          <a:prstGeom prst="rect">
            <a:avLst/>
          </a:prstGeom>
        </p:spPr>
      </p:pic>
      <p:pic>
        <p:nvPicPr>
          <p:cNvPr id="575" name="그래픽 574">
            <a:extLst>
              <a:ext uri="{FF2B5EF4-FFF2-40B4-BE49-F238E27FC236}">
                <a16:creationId xmlns:a16="http://schemas.microsoft.com/office/drawing/2014/main" id="{DCBF7A3C-09A0-40D4-BFBB-CF9C6158D575}"/>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2655915" y="3623515"/>
            <a:ext cx="395010" cy="270656"/>
          </a:xfrm>
          <a:prstGeom prst="rect">
            <a:avLst/>
          </a:prstGeom>
        </p:spPr>
      </p:pic>
      <p:pic>
        <p:nvPicPr>
          <p:cNvPr id="576" name="그래픽 575">
            <a:extLst>
              <a:ext uri="{FF2B5EF4-FFF2-40B4-BE49-F238E27FC236}">
                <a16:creationId xmlns:a16="http://schemas.microsoft.com/office/drawing/2014/main" id="{DEDB5C6F-6398-4E8D-AA85-8A787FE93A71}"/>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3400069" y="3590598"/>
            <a:ext cx="336488" cy="336488"/>
          </a:xfrm>
          <a:prstGeom prst="rect">
            <a:avLst/>
          </a:prstGeom>
        </p:spPr>
      </p:pic>
      <p:pic>
        <p:nvPicPr>
          <p:cNvPr id="577" name="그래픽 576">
            <a:extLst>
              <a:ext uri="{FF2B5EF4-FFF2-40B4-BE49-F238E27FC236}">
                <a16:creationId xmlns:a16="http://schemas.microsoft.com/office/drawing/2014/main" id="{0AA047CD-5F33-4A69-9014-F893D4776E65}"/>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4075073" y="3564996"/>
            <a:ext cx="387694" cy="387694"/>
          </a:xfrm>
          <a:prstGeom prst="rect">
            <a:avLst/>
          </a:prstGeom>
        </p:spPr>
      </p:pic>
      <p:pic>
        <p:nvPicPr>
          <p:cNvPr id="578" name="그래픽 577">
            <a:extLst>
              <a:ext uri="{FF2B5EF4-FFF2-40B4-BE49-F238E27FC236}">
                <a16:creationId xmlns:a16="http://schemas.microsoft.com/office/drawing/2014/main" id="{EF089F66-9D7F-4694-A017-92A5CFFEA88F}"/>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4799492" y="3590598"/>
            <a:ext cx="387694" cy="336488"/>
          </a:xfrm>
          <a:prstGeom prst="rect">
            <a:avLst/>
          </a:prstGeom>
        </p:spPr>
      </p:pic>
      <p:pic>
        <p:nvPicPr>
          <p:cNvPr id="579" name="그래픽 578">
            <a:extLst>
              <a:ext uri="{FF2B5EF4-FFF2-40B4-BE49-F238E27FC236}">
                <a16:creationId xmlns:a16="http://schemas.microsoft.com/office/drawing/2014/main" id="{2AC526E2-92DD-40C0-AB26-24B7063156BA}"/>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5496627" y="3564997"/>
            <a:ext cx="175558" cy="387692"/>
          </a:xfrm>
          <a:prstGeom prst="rect">
            <a:avLst/>
          </a:prstGeom>
        </p:spPr>
      </p:pic>
      <p:pic>
        <p:nvPicPr>
          <p:cNvPr id="580" name="그래픽 579">
            <a:extLst>
              <a:ext uri="{FF2B5EF4-FFF2-40B4-BE49-F238E27FC236}">
                <a16:creationId xmlns:a16="http://schemas.microsoft.com/office/drawing/2014/main" id="{04CD7286-406A-460A-831B-75E4A957904A}"/>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6091166" y="3564996"/>
            <a:ext cx="387694" cy="387694"/>
          </a:xfrm>
          <a:prstGeom prst="rect">
            <a:avLst/>
          </a:prstGeom>
        </p:spPr>
      </p:pic>
      <p:pic>
        <p:nvPicPr>
          <p:cNvPr id="581" name="그래픽 580">
            <a:extLst>
              <a:ext uri="{FF2B5EF4-FFF2-40B4-BE49-F238E27FC236}">
                <a16:creationId xmlns:a16="http://schemas.microsoft.com/office/drawing/2014/main" id="{E875FA01-0EFD-4D60-9929-C49341C74743}"/>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6715572" y="3564996"/>
            <a:ext cx="387694" cy="387694"/>
          </a:xfrm>
          <a:prstGeom prst="rect">
            <a:avLst/>
          </a:prstGeom>
        </p:spPr>
      </p:pic>
      <p:pic>
        <p:nvPicPr>
          <p:cNvPr id="582" name="그래픽 581">
            <a:extLst>
              <a:ext uri="{FF2B5EF4-FFF2-40B4-BE49-F238E27FC236}">
                <a16:creationId xmlns:a16="http://schemas.microsoft.com/office/drawing/2014/main" id="{4158A9C9-2DB4-49DA-A843-54737BC9EC06}"/>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7474012" y="3586940"/>
            <a:ext cx="329176" cy="343806"/>
          </a:xfrm>
          <a:prstGeom prst="rect">
            <a:avLst/>
          </a:prstGeom>
        </p:spPr>
      </p:pic>
      <p:pic>
        <p:nvPicPr>
          <p:cNvPr id="583" name="그래픽 582">
            <a:extLst>
              <a:ext uri="{FF2B5EF4-FFF2-40B4-BE49-F238E27FC236}">
                <a16:creationId xmlns:a16="http://schemas.microsoft.com/office/drawing/2014/main" id="{2D17B3DE-CD3E-4065-937C-988BD67ECED1}"/>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8095443" y="3561338"/>
            <a:ext cx="277968" cy="395008"/>
          </a:xfrm>
          <a:prstGeom prst="rect">
            <a:avLst/>
          </a:prstGeom>
        </p:spPr>
      </p:pic>
      <p:pic>
        <p:nvPicPr>
          <p:cNvPr id="584" name="그래픽 583">
            <a:extLst>
              <a:ext uri="{FF2B5EF4-FFF2-40B4-BE49-F238E27FC236}">
                <a16:creationId xmlns:a16="http://schemas.microsoft.com/office/drawing/2014/main" id="{428DCF09-F502-48F8-A6A9-8561D69F27EE}"/>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732833" y="4233810"/>
            <a:ext cx="342340" cy="430120"/>
          </a:xfrm>
          <a:prstGeom prst="rect">
            <a:avLst/>
          </a:prstGeom>
        </p:spPr>
      </p:pic>
      <p:pic>
        <p:nvPicPr>
          <p:cNvPr id="585" name="그래픽 584">
            <a:extLst>
              <a:ext uri="{FF2B5EF4-FFF2-40B4-BE49-F238E27FC236}">
                <a16:creationId xmlns:a16="http://schemas.microsoft.com/office/drawing/2014/main" id="{8289F914-A3C3-49D8-BDC8-E48A8FA31BBF}"/>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1321752" y="4216254"/>
            <a:ext cx="403786" cy="465232"/>
          </a:xfrm>
          <a:prstGeom prst="rect">
            <a:avLst/>
          </a:prstGeom>
        </p:spPr>
      </p:pic>
      <p:pic>
        <p:nvPicPr>
          <p:cNvPr id="586" name="그래픽 585">
            <a:extLst>
              <a:ext uri="{FF2B5EF4-FFF2-40B4-BE49-F238E27FC236}">
                <a16:creationId xmlns:a16="http://schemas.microsoft.com/office/drawing/2014/main" id="{1A2AAC49-8CA1-44FE-99C6-DFB4D3CB78EF}"/>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2012460" y="4220642"/>
            <a:ext cx="395010" cy="456454"/>
          </a:xfrm>
          <a:prstGeom prst="rect">
            <a:avLst/>
          </a:prstGeom>
        </p:spPr>
      </p:pic>
      <p:pic>
        <p:nvPicPr>
          <p:cNvPr id="587" name="그래픽 586">
            <a:extLst>
              <a:ext uri="{FF2B5EF4-FFF2-40B4-BE49-F238E27FC236}">
                <a16:creationId xmlns:a16="http://schemas.microsoft.com/office/drawing/2014/main" id="{2F4855AE-73A2-43A6-88FF-631895B3EF93}"/>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2625193" y="4220642"/>
            <a:ext cx="456454" cy="456454"/>
          </a:xfrm>
          <a:prstGeom prst="rect">
            <a:avLst/>
          </a:prstGeom>
        </p:spPr>
      </p:pic>
      <p:pic>
        <p:nvPicPr>
          <p:cNvPr id="588" name="그래픽 587">
            <a:extLst>
              <a:ext uri="{FF2B5EF4-FFF2-40B4-BE49-F238E27FC236}">
                <a16:creationId xmlns:a16="http://schemas.microsoft.com/office/drawing/2014/main" id="{82755114-5490-4DB8-906C-5E18EFC091C9}"/>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3344476" y="4238198"/>
            <a:ext cx="447676" cy="421342"/>
          </a:xfrm>
          <a:prstGeom prst="rect">
            <a:avLst/>
          </a:prstGeom>
        </p:spPr>
      </p:pic>
      <p:pic>
        <p:nvPicPr>
          <p:cNvPr id="589" name="그래픽 588">
            <a:extLst>
              <a:ext uri="{FF2B5EF4-FFF2-40B4-BE49-F238E27FC236}">
                <a16:creationId xmlns:a16="http://schemas.microsoft.com/office/drawing/2014/main" id="{4C9DFC28-38C9-414E-84DE-F92AB6BFAED0}"/>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4045813" y="4233078"/>
            <a:ext cx="446214" cy="431584"/>
          </a:xfrm>
          <a:prstGeom prst="rect">
            <a:avLst/>
          </a:prstGeom>
        </p:spPr>
      </p:pic>
      <p:pic>
        <p:nvPicPr>
          <p:cNvPr id="590" name="그래픽 589">
            <a:extLst>
              <a:ext uri="{FF2B5EF4-FFF2-40B4-BE49-F238E27FC236}">
                <a16:creationId xmlns:a16="http://schemas.microsoft.com/office/drawing/2014/main" id="{8AE3B25A-ECC6-4910-9B6B-EF097C83AC69}"/>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4825093" y="4233078"/>
            <a:ext cx="336490" cy="431584"/>
          </a:xfrm>
          <a:prstGeom prst="rect">
            <a:avLst/>
          </a:prstGeom>
        </p:spPr>
      </p:pic>
      <p:pic>
        <p:nvPicPr>
          <p:cNvPr id="591" name="그래픽 590">
            <a:extLst>
              <a:ext uri="{FF2B5EF4-FFF2-40B4-BE49-F238E27FC236}">
                <a16:creationId xmlns:a16="http://schemas.microsoft.com/office/drawing/2014/main" id="{5D15BF28-1EA6-4CF7-BFB8-2E4D24228564}"/>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5361300" y="4247708"/>
            <a:ext cx="446214" cy="402324"/>
          </a:xfrm>
          <a:prstGeom prst="rect">
            <a:avLst/>
          </a:prstGeom>
        </p:spPr>
      </p:pic>
      <p:pic>
        <p:nvPicPr>
          <p:cNvPr id="592" name="그래픽 591">
            <a:extLst>
              <a:ext uri="{FF2B5EF4-FFF2-40B4-BE49-F238E27FC236}">
                <a16:creationId xmlns:a16="http://schemas.microsoft.com/office/drawing/2014/main" id="{96013EC2-63FB-4A62-ACEF-8D6E77BF99C1}"/>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6083851" y="4233078"/>
            <a:ext cx="402324" cy="431584"/>
          </a:xfrm>
          <a:prstGeom prst="rect">
            <a:avLst/>
          </a:prstGeom>
        </p:spPr>
      </p:pic>
      <p:pic>
        <p:nvPicPr>
          <p:cNvPr id="593" name="그래픽 592">
            <a:extLst>
              <a:ext uri="{FF2B5EF4-FFF2-40B4-BE49-F238E27FC236}">
                <a16:creationId xmlns:a16="http://schemas.microsoft.com/office/drawing/2014/main" id="{38A095AB-C17A-458E-A2B4-49F4B063FFDA}"/>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6704599" y="4255023"/>
            <a:ext cx="409638" cy="387694"/>
          </a:xfrm>
          <a:prstGeom prst="rect">
            <a:avLst/>
          </a:prstGeom>
        </p:spPr>
      </p:pic>
      <p:pic>
        <p:nvPicPr>
          <p:cNvPr id="594" name="그래픽 593">
            <a:extLst>
              <a:ext uri="{FF2B5EF4-FFF2-40B4-BE49-F238E27FC236}">
                <a16:creationId xmlns:a16="http://schemas.microsoft.com/office/drawing/2014/main" id="{AA773B53-1FD8-4BB3-8CE1-201BA4D687D1}"/>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7427818" y="4247707"/>
            <a:ext cx="387696" cy="402326"/>
          </a:xfrm>
          <a:prstGeom prst="rect">
            <a:avLst/>
          </a:prstGeom>
        </p:spPr>
      </p:pic>
      <p:pic>
        <p:nvPicPr>
          <p:cNvPr id="595" name="그래픽 594">
            <a:extLst>
              <a:ext uri="{FF2B5EF4-FFF2-40B4-BE49-F238E27FC236}">
                <a16:creationId xmlns:a16="http://schemas.microsoft.com/office/drawing/2014/main" id="{0476B993-F990-446D-9666-C7F68CCA8D14}"/>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8004005" y="4328173"/>
            <a:ext cx="460844" cy="241394"/>
          </a:xfrm>
          <a:prstGeom prst="rect">
            <a:avLst/>
          </a:prstGeom>
        </p:spPr>
      </p:pic>
      <p:pic>
        <p:nvPicPr>
          <p:cNvPr id="596" name="그래픽 595">
            <a:extLst>
              <a:ext uri="{FF2B5EF4-FFF2-40B4-BE49-F238E27FC236}">
                <a16:creationId xmlns:a16="http://schemas.microsoft.com/office/drawing/2014/main" id="{7798DD96-F372-4FCD-AB47-55DDBBD5D0F0}"/>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775991" y="4983746"/>
            <a:ext cx="256024" cy="351118"/>
          </a:xfrm>
          <a:prstGeom prst="rect">
            <a:avLst/>
          </a:prstGeom>
        </p:spPr>
      </p:pic>
      <p:pic>
        <p:nvPicPr>
          <p:cNvPr id="597" name="그래픽 596">
            <a:extLst>
              <a:ext uri="{FF2B5EF4-FFF2-40B4-BE49-F238E27FC236}">
                <a16:creationId xmlns:a16="http://schemas.microsoft.com/office/drawing/2014/main" id="{8D967067-C253-48A8-B31B-CCBD55CF7FB8}"/>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1329799" y="4965459"/>
            <a:ext cx="387694" cy="387694"/>
          </a:xfrm>
          <a:prstGeom prst="rect">
            <a:avLst/>
          </a:prstGeom>
        </p:spPr>
      </p:pic>
      <p:pic>
        <p:nvPicPr>
          <p:cNvPr id="598" name="그래픽 597">
            <a:extLst>
              <a:ext uri="{FF2B5EF4-FFF2-40B4-BE49-F238E27FC236}">
                <a16:creationId xmlns:a16="http://schemas.microsoft.com/office/drawing/2014/main" id="{860D592A-0F11-487B-BD22-A240D8BD6C55}"/>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2027090" y="4976431"/>
            <a:ext cx="365748" cy="365748"/>
          </a:xfrm>
          <a:prstGeom prst="rect">
            <a:avLst/>
          </a:prstGeom>
        </p:spPr>
      </p:pic>
      <p:pic>
        <p:nvPicPr>
          <p:cNvPr id="599" name="그래픽 598">
            <a:extLst>
              <a:ext uri="{FF2B5EF4-FFF2-40B4-BE49-F238E27FC236}">
                <a16:creationId xmlns:a16="http://schemas.microsoft.com/office/drawing/2014/main" id="{2E6C1245-8549-4E79-AB2A-BCFF299E539E}"/>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2703463" y="4980088"/>
            <a:ext cx="299916" cy="358436"/>
          </a:xfrm>
          <a:prstGeom prst="rect">
            <a:avLst/>
          </a:prstGeom>
        </p:spPr>
      </p:pic>
      <p:pic>
        <p:nvPicPr>
          <p:cNvPr id="600" name="그래픽 599">
            <a:extLst>
              <a:ext uri="{FF2B5EF4-FFF2-40B4-BE49-F238E27FC236}">
                <a16:creationId xmlns:a16="http://schemas.microsoft.com/office/drawing/2014/main" id="{55CBD42E-EED2-411A-A9CC-0545CBE007B8}"/>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3473218" y="4965459"/>
            <a:ext cx="190190" cy="387694"/>
          </a:xfrm>
          <a:prstGeom prst="rect">
            <a:avLst/>
          </a:prstGeom>
        </p:spPr>
      </p:pic>
      <p:pic>
        <p:nvPicPr>
          <p:cNvPr id="601" name="그래픽 600">
            <a:extLst>
              <a:ext uri="{FF2B5EF4-FFF2-40B4-BE49-F238E27FC236}">
                <a16:creationId xmlns:a16="http://schemas.microsoft.com/office/drawing/2014/main" id="{67C51136-68B8-4D86-A5B7-9DEC06376C1C}"/>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4086045" y="4983746"/>
            <a:ext cx="365748" cy="351118"/>
          </a:xfrm>
          <a:prstGeom prst="rect">
            <a:avLst/>
          </a:prstGeom>
        </p:spPr>
      </p:pic>
      <p:pic>
        <p:nvPicPr>
          <p:cNvPr id="602" name="그래픽 601">
            <a:extLst>
              <a:ext uri="{FF2B5EF4-FFF2-40B4-BE49-F238E27FC236}">
                <a16:creationId xmlns:a16="http://schemas.microsoft.com/office/drawing/2014/main" id="{A6376130-7E33-4660-AA2D-00A8EE7540D1}"/>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4806807" y="5002034"/>
            <a:ext cx="373064" cy="314544"/>
          </a:xfrm>
          <a:prstGeom prst="rect">
            <a:avLst/>
          </a:prstGeom>
        </p:spPr>
      </p:pic>
      <p:pic>
        <p:nvPicPr>
          <p:cNvPr id="603" name="그래픽 602">
            <a:extLst>
              <a:ext uri="{FF2B5EF4-FFF2-40B4-BE49-F238E27FC236}">
                <a16:creationId xmlns:a16="http://schemas.microsoft.com/office/drawing/2014/main" id="{C4BBF293-032A-45F2-9584-E85307F299CD}"/>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5423477" y="4980089"/>
            <a:ext cx="321858" cy="358434"/>
          </a:xfrm>
          <a:prstGeom prst="rect">
            <a:avLst/>
          </a:prstGeom>
        </p:spPr>
      </p:pic>
      <p:pic>
        <p:nvPicPr>
          <p:cNvPr id="604" name="그래픽 603">
            <a:extLst>
              <a:ext uri="{FF2B5EF4-FFF2-40B4-BE49-F238E27FC236}">
                <a16:creationId xmlns:a16="http://schemas.microsoft.com/office/drawing/2014/main" id="{019E9387-EF41-4274-87A2-0B11BEE5AF39}"/>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6149685" y="4983745"/>
            <a:ext cx="270656" cy="351120"/>
          </a:xfrm>
          <a:prstGeom prst="rect">
            <a:avLst/>
          </a:prstGeom>
        </p:spPr>
      </p:pic>
      <p:pic>
        <p:nvPicPr>
          <p:cNvPr id="605" name="그래픽 604">
            <a:extLst>
              <a:ext uri="{FF2B5EF4-FFF2-40B4-BE49-F238E27FC236}">
                <a16:creationId xmlns:a16="http://schemas.microsoft.com/office/drawing/2014/main" id="{39BE79AF-E799-4325-A275-FD4215ADBC93}"/>
              </a:ext>
            </a:extLst>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6737517" y="5013006"/>
            <a:ext cx="343804" cy="292598"/>
          </a:xfrm>
          <a:prstGeom prst="rect">
            <a:avLst/>
          </a:prstGeom>
        </p:spPr>
      </p:pic>
      <p:pic>
        <p:nvPicPr>
          <p:cNvPr id="606" name="그래픽 605">
            <a:extLst>
              <a:ext uri="{FF2B5EF4-FFF2-40B4-BE49-F238E27FC236}">
                <a16:creationId xmlns:a16="http://schemas.microsoft.com/office/drawing/2014/main" id="{9C0BEEE6-2721-461F-BEDE-B9C9F253D544}"/>
              </a:ext>
            </a:extLst>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7444753" y="4965459"/>
            <a:ext cx="387694" cy="387694"/>
          </a:xfrm>
          <a:prstGeom prst="rect">
            <a:avLst/>
          </a:prstGeom>
        </p:spPr>
      </p:pic>
      <p:pic>
        <p:nvPicPr>
          <p:cNvPr id="607" name="그래픽 606">
            <a:extLst>
              <a:ext uri="{FF2B5EF4-FFF2-40B4-BE49-F238E27FC236}">
                <a16:creationId xmlns:a16="http://schemas.microsoft.com/office/drawing/2014/main" id="{757D0966-8A8E-42A0-BCFF-E3683FBD5162}"/>
              </a:ext>
            </a:extLst>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8069840" y="4991061"/>
            <a:ext cx="329174" cy="336488"/>
          </a:xfrm>
          <a:prstGeom prst="rect">
            <a:avLst/>
          </a:prstGeom>
        </p:spPr>
      </p:pic>
    </p:spTree>
    <p:extLst>
      <p:ext uri="{BB962C8B-B14F-4D97-AF65-F5344CB8AC3E}">
        <p14:creationId xmlns:p14="http://schemas.microsoft.com/office/powerpoint/2010/main" val="3247122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53" name="TextBox 452">
            <a:extLst>
              <a:ext uri="{FF2B5EF4-FFF2-40B4-BE49-F238E27FC236}">
                <a16:creationId xmlns:a16="http://schemas.microsoft.com/office/drawing/2014/main" id="{5BC15C0B-13F8-4121-AC89-DACFDB6FF116}"/>
              </a:ext>
            </a:extLst>
          </p:cNvPr>
          <p:cNvSpPr txBox="1"/>
          <p:nvPr/>
        </p:nvSpPr>
        <p:spPr>
          <a:xfrm>
            <a:off x="9002661" y="3655123"/>
            <a:ext cx="2228636" cy="523220"/>
          </a:xfrm>
          <a:prstGeom prst="rect">
            <a:avLst/>
          </a:prstGeom>
          <a:noFill/>
        </p:spPr>
        <p:txBody>
          <a:bodyPr wrap="square" rtlCol="0">
            <a:spAutoFit/>
          </a:bodyPr>
          <a:lstStyle>
            <a:defPPr>
              <a:defRPr lang="ko-KR"/>
            </a:defPPr>
            <a:lvl1pPr>
              <a:defRPr sz="4000" b="1">
                <a:latin typeface="+mj-lt"/>
                <a:cs typeface="Arial" panose="020B0604020202020204" pitchFamily="34" charset="0"/>
              </a:defRPr>
            </a:lvl1pPr>
          </a:lstStyle>
          <a:p>
            <a:r>
              <a:rPr lang="en-US" altLang="ko-KR" sz="2800" b="0" dirty="0">
                <a:solidFill>
                  <a:schemeClr val="bg1"/>
                </a:solidFill>
              </a:rPr>
              <a:t>Icon</a:t>
            </a:r>
          </a:p>
        </p:txBody>
      </p:sp>
      <p:sp>
        <p:nvSpPr>
          <p:cNvPr id="454" name="TextBox 453">
            <a:extLst>
              <a:ext uri="{FF2B5EF4-FFF2-40B4-BE49-F238E27FC236}">
                <a16:creationId xmlns:a16="http://schemas.microsoft.com/office/drawing/2014/main" id="{97AAA205-F784-4C22-AC1B-02DCB6418BD4}"/>
              </a:ext>
            </a:extLst>
          </p:cNvPr>
          <p:cNvSpPr txBox="1"/>
          <p:nvPr/>
        </p:nvSpPr>
        <p:spPr>
          <a:xfrm>
            <a:off x="9061957" y="4239100"/>
            <a:ext cx="2622724" cy="1600438"/>
          </a:xfrm>
          <a:prstGeom prst="rect">
            <a:avLst/>
          </a:prstGeom>
          <a:noFill/>
        </p:spPr>
        <p:txBody>
          <a:bodyPr wrap="square" rtlCol="0">
            <a:spAutoFit/>
          </a:bodyPr>
          <a:lstStyle/>
          <a:p>
            <a:r>
              <a:rPr lang="en-US" altLang="ko-KR" sz="1400" dirty="0">
                <a:solidFill>
                  <a:schemeClr val="bg1"/>
                </a:solidFill>
              </a:rPr>
              <a:t>You can resize these icons keeping the quality.</a:t>
            </a:r>
          </a:p>
          <a:p>
            <a:endParaRPr lang="en-US" altLang="ko-KR" sz="1400" dirty="0">
              <a:solidFill>
                <a:schemeClr val="bg1"/>
              </a:solidFill>
            </a:endParaRPr>
          </a:p>
          <a:p>
            <a:r>
              <a:rPr lang="en-US" altLang="ko-KR" sz="1400" dirty="0">
                <a:solidFill>
                  <a:schemeClr val="bg1"/>
                </a:solidFill>
              </a:rPr>
              <a:t>You can change the stroke and fill color; just select the icon and click on the paint bucket/pen.</a:t>
            </a:r>
          </a:p>
        </p:txBody>
      </p:sp>
      <p:pic>
        <p:nvPicPr>
          <p:cNvPr id="455" name="그래픽 454">
            <a:extLst>
              <a:ext uri="{FF2B5EF4-FFF2-40B4-BE49-F238E27FC236}">
                <a16:creationId xmlns:a16="http://schemas.microsoft.com/office/drawing/2014/main" id="{AFD4655B-0DDD-495A-BC64-F9327FC79D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1209" y="786704"/>
            <a:ext cx="445586" cy="337784"/>
          </a:xfrm>
          <a:prstGeom prst="rect">
            <a:avLst/>
          </a:prstGeom>
        </p:spPr>
      </p:pic>
      <p:pic>
        <p:nvPicPr>
          <p:cNvPr id="456" name="그래픽 455">
            <a:extLst>
              <a:ext uri="{FF2B5EF4-FFF2-40B4-BE49-F238E27FC236}">
                <a16:creationId xmlns:a16="http://schemas.microsoft.com/office/drawing/2014/main" id="{B76D49E9-B135-42B6-A4EF-3C81A9BCF5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5624" y="790297"/>
            <a:ext cx="388090" cy="330596"/>
          </a:xfrm>
          <a:prstGeom prst="rect">
            <a:avLst/>
          </a:prstGeom>
        </p:spPr>
      </p:pic>
      <p:pic>
        <p:nvPicPr>
          <p:cNvPr id="457" name="그래픽 456">
            <a:extLst>
              <a:ext uri="{FF2B5EF4-FFF2-40B4-BE49-F238E27FC236}">
                <a16:creationId xmlns:a16="http://schemas.microsoft.com/office/drawing/2014/main" id="{C821382E-6CB4-47BE-A995-552D5929C4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05312" y="761549"/>
            <a:ext cx="438400" cy="388092"/>
          </a:xfrm>
          <a:prstGeom prst="rect">
            <a:avLst/>
          </a:prstGeom>
        </p:spPr>
      </p:pic>
      <p:pic>
        <p:nvPicPr>
          <p:cNvPr id="458" name="그래픽 457">
            <a:extLst>
              <a:ext uri="{FF2B5EF4-FFF2-40B4-BE49-F238E27FC236}">
                <a16:creationId xmlns:a16="http://schemas.microsoft.com/office/drawing/2014/main" id="{EAC37E6A-BADE-45B1-9249-64E59AA170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25497" y="754362"/>
            <a:ext cx="380906" cy="402466"/>
          </a:xfrm>
          <a:prstGeom prst="rect">
            <a:avLst/>
          </a:prstGeom>
        </p:spPr>
      </p:pic>
      <p:pic>
        <p:nvPicPr>
          <p:cNvPr id="459" name="그래픽 458">
            <a:extLst>
              <a:ext uri="{FF2B5EF4-FFF2-40B4-BE49-F238E27FC236}">
                <a16:creationId xmlns:a16="http://schemas.microsoft.com/office/drawing/2014/main" id="{0EBA797C-F550-44EC-8597-5985C24B06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88560" y="750770"/>
            <a:ext cx="438400" cy="409652"/>
          </a:xfrm>
          <a:prstGeom prst="rect">
            <a:avLst/>
          </a:prstGeom>
        </p:spPr>
      </p:pic>
      <p:pic>
        <p:nvPicPr>
          <p:cNvPr id="460" name="그래픽 459">
            <a:extLst>
              <a:ext uri="{FF2B5EF4-FFF2-40B4-BE49-F238E27FC236}">
                <a16:creationId xmlns:a16="http://schemas.microsoft.com/office/drawing/2014/main" id="{FFDCDE05-5F05-4B81-8500-C3104745496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45615" y="736396"/>
            <a:ext cx="424026" cy="438400"/>
          </a:xfrm>
          <a:prstGeom prst="rect">
            <a:avLst/>
          </a:prstGeom>
        </p:spPr>
      </p:pic>
      <p:pic>
        <p:nvPicPr>
          <p:cNvPr id="461" name="그래픽 460">
            <a:extLst>
              <a:ext uri="{FF2B5EF4-FFF2-40B4-BE49-F238E27FC236}">
                <a16:creationId xmlns:a16="http://schemas.microsoft.com/office/drawing/2014/main" id="{30242C3F-2470-49B8-B9FD-F33EEADB7B3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80239" y="783111"/>
            <a:ext cx="388090" cy="344968"/>
          </a:xfrm>
          <a:prstGeom prst="rect">
            <a:avLst/>
          </a:prstGeom>
        </p:spPr>
      </p:pic>
      <p:pic>
        <p:nvPicPr>
          <p:cNvPr id="462" name="그래픽 461">
            <a:extLst>
              <a:ext uri="{FF2B5EF4-FFF2-40B4-BE49-F238E27FC236}">
                <a16:creationId xmlns:a16="http://schemas.microsoft.com/office/drawing/2014/main" id="{869BF195-B586-4B94-AAAC-B97918AFD97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469715" y="765144"/>
            <a:ext cx="294662" cy="380904"/>
          </a:xfrm>
          <a:prstGeom prst="rect">
            <a:avLst/>
          </a:prstGeom>
        </p:spPr>
      </p:pic>
      <p:pic>
        <p:nvPicPr>
          <p:cNvPr id="463" name="그래픽 462">
            <a:extLst>
              <a:ext uri="{FF2B5EF4-FFF2-40B4-BE49-F238E27FC236}">
                <a16:creationId xmlns:a16="http://schemas.microsoft.com/office/drawing/2014/main" id="{2965F7B9-97DF-4FFC-982F-0F08696A160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56542" y="797484"/>
            <a:ext cx="352158" cy="316222"/>
          </a:xfrm>
          <a:prstGeom prst="rect">
            <a:avLst/>
          </a:prstGeom>
        </p:spPr>
      </p:pic>
      <p:pic>
        <p:nvPicPr>
          <p:cNvPr id="464" name="그래픽 463">
            <a:extLst>
              <a:ext uri="{FF2B5EF4-FFF2-40B4-BE49-F238E27FC236}">
                <a16:creationId xmlns:a16="http://schemas.microsoft.com/office/drawing/2014/main" id="{6BAC1ACF-3AF5-430C-91A1-DAEF501268FF}"/>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62535" y="768736"/>
            <a:ext cx="265916" cy="373718"/>
          </a:xfrm>
          <a:prstGeom prst="rect">
            <a:avLst/>
          </a:prstGeom>
        </p:spPr>
      </p:pic>
      <p:pic>
        <p:nvPicPr>
          <p:cNvPr id="465" name="그래픽 464">
            <a:extLst>
              <a:ext uri="{FF2B5EF4-FFF2-40B4-BE49-F238E27FC236}">
                <a16:creationId xmlns:a16="http://schemas.microsoft.com/office/drawing/2014/main" id="{FEAD6532-BF64-4CB4-B711-E8E47FF0F54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394144" y="822639"/>
            <a:ext cx="445586" cy="265914"/>
          </a:xfrm>
          <a:prstGeom prst="rect">
            <a:avLst/>
          </a:prstGeom>
        </p:spPr>
      </p:pic>
      <p:pic>
        <p:nvPicPr>
          <p:cNvPr id="466" name="그래픽 465">
            <a:extLst>
              <a:ext uri="{FF2B5EF4-FFF2-40B4-BE49-F238E27FC236}">
                <a16:creationId xmlns:a16="http://schemas.microsoft.com/office/drawing/2014/main" id="{C1EA2379-9BED-461C-96EE-7E8115C5631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78493" y="757956"/>
            <a:ext cx="251542" cy="395280"/>
          </a:xfrm>
          <a:prstGeom prst="rect">
            <a:avLst/>
          </a:prstGeom>
        </p:spPr>
      </p:pic>
      <p:pic>
        <p:nvPicPr>
          <p:cNvPr id="467" name="그래픽 466">
            <a:extLst>
              <a:ext uri="{FF2B5EF4-FFF2-40B4-BE49-F238E27FC236}">
                <a16:creationId xmlns:a16="http://schemas.microsoft.com/office/drawing/2014/main" id="{586D166D-AB1B-4D73-B0C9-91B0847526A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87529" y="1560690"/>
            <a:ext cx="409652" cy="265914"/>
          </a:xfrm>
          <a:prstGeom prst="rect">
            <a:avLst/>
          </a:prstGeom>
        </p:spPr>
      </p:pic>
      <p:pic>
        <p:nvPicPr>
          <p:cNvPr id="468" name="그래픽 467">
            <a:extLst>
              <a:ext uri="{FF2B5EF4-FFF2-40B4-BE49-F238E27FC236}">
                <a16:creationId xmlns:a16="http://schemas.microsoft.com/office/drawing/2014/main" id="{EF4438DE-F359-43BE-89A8-DC654685E4BF}"/>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333600" y="1488820"/>
            <a:ext cx="366532" cy="409654"/>
          </a:xfrm>
          <a:prstGeom prst="rect">
            <a:avLst/>
          </a:prstGeom>
        </p:spPr>
      </p:pic>
      <p:pic>
        <p:nvPicPr>
          <p:cNvPr id="469" name="그래픽 468">
            <a:extLst>
              <a:ext uri="{FF2B5EF4-FFF2-40B4-BE49-F238E27FC236}">
                <a16:creationId xmlns:a16="http://schemas.microsoft.com/office/drawing/2014/main" id="{8ED65FF1-8FC8-424E-ABB7-A358863B5785}"/>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053257" y="1488820"/>
            <a:ext cx="366532" cy="409654"/>
          </a:xfrm>
          <a:prstGeom prst="rect">
            <a:avLst/>
          </a:prstGeom>
        </p:spPr>
      </p:pic>
      <p:pic>
        <p:nvPicPr>
          <p:cNvPr id="470" name="그래픽 469">
            <a:extLst>
              <a:ext uri="{FF2B5EF4-FFF2-40B4-BE49-F238E27FC236}">
                <a16:creationId xmlns:a16="http://schemas.microsoft.com/office/drawing/2014/main" id="{0642D54A-3084-4A53-8157-53A546B0491F}"/>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2668291" y="1503195"/>
            <a:ext cx="445586" cy="380904"/>
          </a:xfrm>
          <a:prstGeom prst="rect">
            <a:avLst/>
          </a:prstGeom>
        </p:spPr>
      </p:pic>
      <p:pic>
        <p:nvPicPr>
          <p:cNvPr id="471" name="그래픽 470">
            <a:extLst>
              <a:ext uri="{FF2B5EF4-FFF2-40B4-BE49-F238E27FC236}">
                <a16:creationId xmlns:a16="http://schemas.microsoft.com/office/drawing/2014/main" id="{BDE61A76-CC1E-4AF2-A664-08C1FA1231B6}"/>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3405118" y="1496008"/>
            <a:ext cx="301848" cy="395278"/>
          </a:xfrm>
          <a:prstGeom prst="rect">
            <a:avLst/>
          </a:prstGeom>
        </p:spPr>
      </p:pic>
      <p:pic>
        <p:nvPicPr>
          <p:cNvPr id="472" name="그래픽 471">
            <a:extLst>
              <a:ext uri="{FF2B5EF4-FFF2-40B4-BE49-F238E27FC236}">
                <a16:creationId xmlns:a16="http://schemas.microsoft.com/office/drawing/2014/main" id="{71756AEB-B5CD-445F-8787-F4101B5634CD}"/>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4133968" y="1478040"/>
            <a:ext cx="301848" cy="431212"/>
          </a:xfrm>
          <a:prstGeom prst="rect">
            <a:avLst/>
          </a:prstGeom>
        </p:spPr>
      </p:pic>
      <p:pic>
        <p:nvPicPr>
          <p:cNvPr id="473" name="그래픽 472">
            <a:extLst>
              <a:ext uri="{FF2B5EF4-FFF2-40B4-BE49-F238E27FC236}">
                <a16:creationId xmlns:a16="http://schemas.microsoft.com/office/drawing/2014/main" id="{90B45F00-70DD-4A56-A0CC-A595953F89E3}"/>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4734758" y="1499600"/>
            <a:ext cx="438400" cy="388092"/>
          </a:xfrm>
          <a:prstGeom prst="rect">
            <a:avLst/>
          </a:prstGeom>
        </p:spPr>
      </p:pic>
      <p:pic>
        <p:nvPicPr>
          <p:cNvPr id="474" name="그래픽 473">
            <a:extLst>
              <a:ext uri="{FF2B5EF4-FFF2-40B4-BE49-F238E27FC236}">
                <a16:creationId xmlns:a16="http://schemas.microsoft.com/office/drawing/2014/main" id="{DB68F4C8-8A40-46DC-BC95-9196D56C032F}"/>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5493142" y="1485226"/>
            <a:ext cx="258728" cy="416840"/>
          </a:xfrm>
          <a:prstGeom prst="rect">
            <a:avLst/>
          </a:prstGeom>
        </p:spPr>
      </p:pic>
      <p:pic>
        <p:nvPicPr>
          <p:cNvPr id="475" name="그래픽 474">
            <a:extLst>
              <a:ext uri="{FF2B5EF4-FFF2-40B4-BE49-F238E27FC236}">
                <a16:creationId xmlns:a16="http://schemas.microsoft.com/office/drawing/2014/main" id="{AA96B239-F110-4CAC-8398-CC34E24BEBC9}"/>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051827" y="1478040"/>
            <a:ext cx="424026" cy="431212"/>
          </a:xfrm>
          <a:prstGeom prst="rect">
            <a:avLst/>
          </a:prstGeom>
        </p:spPr>
      </p:pic>
      <p:pic>
        <p:nvPicPr>
          <p:cNvPr id="476" name="그래픽 475">
            <a:extLst>
              <a:ext uri="{FF2B5EF4-FFF2-40B4-BE49-F238E27FC236}">
                <a16:creationId xmlns:a16="http://schemas.microsoft.com/office/drawing/2014/main" id="{A8F56E3F-F909-4842-88AA-2667DC9B79B7}"/>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768767" y="1488821"/>
            <a:ext cx="316222" cy="409652"/>
          </a:xfrm>
          <a:prstGeom prst="rect">
            <a:avLst/>
          </a:prstGeom>
        </p:spPr>
      </p:pic>
      <p:pic>
        <p:nvPicPr>
          <p:cNvPr id="477" name="그래픽 476">
            <a:extLst>
              <a:ext uri="{FF2B5EF4-FFF2-40B4-BE49-F238E27FC236}">
                <a16:creationId xmlns:a16="http://schemas.microsoft.com/office/drawing/2014/main" id="{0655F2C5-5080-4458-95EE-7E24A102E44E}"/>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7458826" y="1535535"/>
            <a:ext cx="316222" cy="316222"/>
          </a:xfrm>
          <a:prstGeom prst="rect">
            <a:avLst/>
          </a:prstGeom>
        </p:spPr>
      </p:pic>
      <p:pic>
        <p:nvPicPr>
          <p:cNvPr id="478" name="그래픽 477">
            <a:extLst>
              <a:ext uri="{FF2B5EF4-FFF2-40B4-BE49-F238E27FC236}">
                <a16:creationId xmlns:a16="http://schemas.microsoft.com/office/drawing/2014/main" id="{ACFC68B7-F458-4D68-ADC7-690348074F86}"/>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8024591" y="1510381"/>
            <a:ext cx="359344" cy="366532"/>
          </a:xfrm>
          <a:prstGeom prst="rect">
            <a:avLst/>
          </a:prstGeom>
        </p:spPr>
      </p:pic>
      <p:pic>
        <p:nvPicPr>
          <p:cNvPr id="479" name="그래픽 478">
            <a:extLst>
              <a:ext uri="{FF2B5EF4-FFF2-40B4-BE49-F238E27FC236}">
                <a16:creationId xmlns:a16="http://schemas.microsoft.com/office/drawing/2014/main" id="{6CCC6DDF-8777-472E-8D20-AB1C11E1CA66}"/>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735616" y="2212463"/>
            <a:ext cx="301848" cy="323410"/>
          </a:xfrm>
          <a:prstGeom prst="rect">
            <a:avLst/>
          </a:prstGeom>
        </p:spPr>
      </p:pic>
      <p:pic>
        <p:nvPicPr>
          <p:cNvPr id="480" name="그래픽 479">
            <a:extLst>
              <a:ext uri="{FF2B5EF4-FFF2-40B4-BE49-F238E27FC236}">
                <a16:creationId xmlns:a16="http://schemas.microsoft.com/office/drawing/2014/main" id="{8BE5EEEE-E487-4930-A574-7F5829441C2F}"/>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365627" y="2205276"/>
            <a:ext cx="316222" cy="337784"/>
          </a:xfrm>
          <a:prstGeom prst="rect">
            <a:avLst/>
          </a:prstGeom>
        </p:spPr>
      </p:pic>
      <p:pic>
        <p:nvPicPr>
          <p:cNvPr id="481" name="그래픽 480">
            <a:extLst>
              <a:ext uri="{FF2B5EF4-FFF2-40B4-BE49-F238E27FC236}">
                <a16:creationId xmlns:a16="http://schemas.microsoft.com/office/drawing/2014/main" id="{B29059D3-9F4E-4A28-9B30-E5B63B50EEF0}"/>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2034867" y="2190902"/>
            <a:ext cx="366532" cy="366532"/>
          </a:xfrm>
          <a:prstGeom prst="rect">
            <a:avLst/>
          </a:prstGeom>
        </p:spPr>
      </p:pic>
      <p:pic>
        <p:nvPicPr>
          <p:cNvPr id="482" name="그래픽 481">
            <a:extLst>
              <a:ext uri="{FF2B5EF4-FFF2-40B4-BE49-F238E27FC236}">
                <a16:creationId xmlns:a16="http://schemas.microsoft.com/office/drawing/2014/main" id="{8765353F-A5EA-4857-BE6A-934764142C90}"/>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766904" y="2208869"/>
            <a:ext cx="208420" cy="330596"/>
          </a:xfrm>
          <a:prstGeom prst="rect">
            <a:avLst/>
          </a:prstGeom>
        </p:spPr>
      </p:pic>
      <p:pic>
        <p:nvPicPr>
          <p:cNvPr id="483" name="그래픽 482">
            <a:extLst>
              <a:ext uri="{FF2B5EF4-FFF2-40B4-BE49-F238E27FC236}">
                <a16:creationId xmlns:a16="http://schemas.microsoft.com/office/drawing/2014/main" id="{11F37364-4398-4EEA-8CD3-6699946DC526}"/>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395390" y="2223243"/>
            <a:ext cx="337784" cy="301848"/>
          </a:xfrm>
          <a:prstGeom prst="rect">
            <a:avLst/>
          </a:prstGeom>
        </p:spPr>
      </p:pic>
      <p:pic>
        <p:nvPicPr>
          <p:cNvPr id="484" name="그래픽 483">
            <a:extLst>
              <a:ext uri="{FF2B5EF4-FFF2-40B4-BE49-F238E27FC236}">
                <a16:creationId xmlns:a16="http://schemas.microsoft.com/office/drawing/2014/main" id="{496B6AAE-17C4-4613-A654-942F7A88D833}"/>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088253" y="2194495"/>
            <a:ext cx="337784" cy="359344"/>
          </a:xfrm>
          <a:prstGeom prst="rect">
            <a:avLst/>
          </a:prstGeom>
        </p:spPr>
      </p:pic>
      <p:pic>
        <p:nvPicPr>
          <p:cNvPr id="485" name="그래픽 484">
            <a:extLst>
              <a:ext uri="{FF2B5EF4-FFF2-40B4-BE49-F238E27FC236}">
                <a16:creationId xmlns:a16="http://schemas.microsoft.com/office/drawing/2014/main" id="{D8BE5096-C20B-4E71-AED7-4CF545B356BE}"/>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4885535" y="2183716"/>
            <a:ext cx="215606" cy="380904"/>
          </a:xfrm>
          <a:prstGeom prst="rect">
            <a:avLst/>
          </a:prstGeom>
        </p:spPr>
      </p:pic>
      <p:pic>
        <p:nvPicPr>
          <p:cNvPr id="486" name="그래픽 485">
            <a:extLst>
              <a:ext uri="{FF2B5EF4-FFF2-40B4-BE49-F238E27FC236}">
                <a16:creationId xmlns:a16="http://schemas.microsoft.com/office/drawing/2014/main" id="{3DB6FE32-DC42-4B81-BF34-7F188C2F0A8C}"/>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5438144" y="2183716"/>
            <a:ext cx="280288" cy="380904"/>
          </a:xfrm>
          <a:prstGeom prst="rect">
            <a:avLst/>
          </a:prstGeom>
        </p:spPr>
      </p:pic>
      <p:pic>
        <p:nvPicPr>
          <p:cNvPr id="487" name="그래픽 486">
            <a:extLst>
              <a:ext uri="{FF2B5EF4-FFF2-40B4-BE49-F238E27FC236}">
                <a16:creationId xmlns:a16="http://schemas.microsoft.com/office/drawing/2014/main" id="{4ECD74AB-1E3F-47BA-BC0B-086B21F460EB}"/>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098140" y="2234023"/>
            <a:ext cx="366532" cy="280290"/>
          </a:xfrm>
          <a:prstGeom prst="rect">
            <a:avLst/>
          </a:prstGeom>
        </p:spPr>
      </p:pic>
      <p:pic>
        <p:nvPicPr>
          <p:cNvPr id="488" name="그래픽 487">
            <a:extLst>
              <a:ext uri="{FF2B5EF4-FFF2-40B4-BE49-F238E27FC236}">
                <a16:creationId xmlns:a16="http://schemas.microsoft.com/office/drawing/2014/main" id="{6E053AD2-E929-487B-AF8B-6AC42B18DD4C}"/>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6721572" y="2223243"/>
            <a:ext cx="337784" cy="301848"/>
          </a:xfrm>
          <a:prstGeom prst="rect">
            <a:avLst/>
          </a:prstGeom>
        </p:spPr>
      </p:pic>
      <p:pic>
        <p:nvPicPr>
          <p:cNvPr id="489" name="그래픽 488">
            <a:extLst>
              <a:ext uri="{FF2B5EF4-FFF2-40B4-BE49-F238E27FC236}">
                <a16:creationId xmlns:a16="http://schemas.microsoft.com/office/drawing/2014/main" id="{B693C03B-CAD1-460D-B0E5-464CE309BD3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7440859" y="2216056"/>
            <a:ext cx="352158" cy="316222"/>
          </a:xfrm>
          <a:prstGeom prst="rect">
            <a:avLst/>
          </a:prstGeom>
        </p:spPr>
      </p:pic>
      <p:pic>
        <p:nvPicPr>
          <p:cNvPr id="490" name="그래픽 489">
            <a:extLst>
              <a:ext uri="{FF2B5EF4-FFF2-40B4-BE49-F238E27FC236}">
                <a16:creationId xmlns:a16="http://schemas.microsoft.com/office/drawing/2014/main" id="{6BAD3DA9-6CFB-4366-99F5-FE6803D4E4E5}"/>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8035372" y="2244803"/>
            <a:ext cx="337784" cy="258728"/>
          </a:xfrm>
          <a:prstGeom prst="rect">
            <a:avLst/>
          </a:prstGeom>
        </p:spPr>
      </p:pic>
      <p:pic>
        <p:nvPicPr>
          <p:cNvPr id="491" name="그래픽 490">
            <a:extLst>
              <a:ext uri="{FF2B5EF4-FFF2-40B4-BE49-F238E27FC236}">
                <a16:creationId xmlns:a16="http://schemas.microsoft.com/office/drawing/2014/main" id="{52205EA5-8F75-4E40-8C3E-6923A7BDA183}"/>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664974" y="2903214"/>
            <a:ext cx="330596" cy="330596"/>
          </a:xfrm>
          <a:prstGeom prst="rect">
            <a:avLst/>
          </a:prstGeom>
        </p:spPr>
      </p:pic>
      <p:pic>
        <p:nvPicPr>
          <p:cNvPr id="492" name="그래픽 491">
            <a:extLst>
              <a:ext uri="{FF2B5EF4-FFF2-40B4-BE49-F238E27FC236}">
                <a16:creationId xmlns:a16="http://schemas.microsoft.com/office/drawing/2014/main" id="{FF7B7EE2-8CDE-4881-808B-893C96C82C68}"/>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1359566" y="2899621"/>
            <a:ext cx="352158" cy="337784"/>
          </a:xfrm>
          <a:prstGeom prst="rect">
            <a:avLst/>
          </a:prstGeom>
        </p:spPr>
      </p:pic>
      <p:pic>
        <p:nvPicPr>
          <p:cNvPr id="493" name="그래픽 492">
            <a:extLst>
              <a:ext uri="{FF2B5EF4-FFF2-40B4-BE49-F238E27FC236}">
                <a16:creationId xmlns:a16="http://schemas.microsoft.com/office/drawing/2014/main" id="{5BE8BD22-0AC6-4A6A-8FCF-9A51AFFB3595}"/>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2035228" y="2888841"/>
            <a:ext cx="301848" cy="359342"/>
          </a:xfrm>
          <a:prstGeom prst="rect">
            <a:avLst/>
          </a:prstGeom>
        </p:spPr>
      </p:pic>
      <p:pic>
        <p:nvPicPr>
          <p:cNvPr id="494" name="그래픽 493">
            <a:extLst>
              <a:ext uri="{FF2B5EF4-FFF2-40B4-BE49-F238E27FC236}">
                <a16:creationId xmlns:a16="http://schemas.microsoft.com/office/drawing/2014/main" id="{BA1F5DCA-3BE8-4AA8-B9FB-DD45E09BD28C}"/>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2703785" y="2870874"/>
            <a:ext cx="344970" cy="395278"/>
          </a:xfrm>
          <a:prstGeom prst="rect">
            <a:avLst/>
          </a:prstGeom>
        </p:spPr>
      </p:pic>
      <p:pic>
        <p:nvPicPr>
          <p:cNvPr id="495" name="그래픽 494">
            <a:extLst>
              <a:ext uri="{FF2B5EF4-FFF2-40B4-BE49-F238E27FC236}">
                <a16:creationId xmlns:a16="http://schemas.microsoft.com/office/drawing/2014/main" id="{A42CE327-2F85-4DF3-9BF1-2A3F4DDC5A9E}"/>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3372549" y="2870873"/>
            <a:ext cx="373718" cy="395280"/>
          </a:xfrm>
          <a:prstGeom prst="rect">
            <a:avLst/>
          </a:prstGeom>
        </p:spPr>
      </p:pic>
      <p:pic>
        <p:nvPicPr>
          <p:cNvPr id="496" name="그래픽 495">
            <a:extLst>
              <a:ext uri="{FF2B5EF4-FFF2-40B4-BE49-F238E27FC236}">
                <a16:creationId xmlns:a16="http://schemas.microsoft.com/office/drawing/2014/main" id="{BF89C710-5FA2-46D8-BB9C-877FF74165A1}"/>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4033538" y="2903214"/>
            <a:ext cx="438400" cy="330596"/>
          </a:xfrm>
          <a:prstGeom prst="rect">
            <a:avLst/>
          </a:prstGeom>
        </p:spPr>
      </p:pic>
      <p:pic>
        <p:nvPicPr>
          <p:cNvPr id="497" name="그래픽 496">
            <a:extLst>
              <a:ext uri="{FF2B5EF4-FFF2-40B4-BE49-F238E27FC236}">
                <a16:creationId xmlns:a16="http://schemas.microsoft.com/office/drawing/2014/main" id="{0B461D9F-090E-48A3-8BCC-F4BEB6E6C352}"/>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4886130" y="2906807"/>
            <a:ext cx="265916" cy="323412"/>
          </a:xfrm>
          <a:prstGeom prst="rect">
            <a:avLst/>
          </a:prstGeom>
        </p:spPr>
      </p:pic>
      <p:pic>
        <p:nvPicPr>
          <p:cNvPr id="498" name="그래픽 497">
            <a:extLst>
              <a:ext uri="{FF2B5EF4-FFF2-40B4-BE49-F238E27FC236}">
                <a16:creationId xmlns:a16="http://schemas.microsoft.com/office/drawing/2014/main" id="{4B57247E-C6F3-4949-A48F-9BECA13E0078}"/>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5400157" y="2964303"/>
            <a:ext cx="445586" cy="208420"/>
          </a:xfrm>
          <a:prstGeom prst="rect">
            <a:avLst/>
          </a:prstGeom>
        </p:spPr>
      </p:pic>
      <p:pic>
        <p:nvPicPr>
          <p:cNvPr id="499" name="그래픽 498">
            <a:extLst>
              <a:ext uri="{FF2B5EF4-FFF2-40B4-BE49-F238E27FC236}">
                <a16:creationId xmlns:a16="http://schemas.microsoft.com/office/drawing/2014/main" id="{0A042910-FFE2-4114-AF24-3C2912884982}"/>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6058799" y="2928369"/>
            <a:ext cx="395278" cy="280288"/>
          </a:xfrm>
          <a:prstGeom prst="rect">
            <a:avLst/>
          </a:prstGeom>
        </p:spPr>
      </p:pic>
      <p:pic>
        <p:nvPicPr>
          <p:cNvPr id="500" name="그래픽 499">
            <a:extLst>
              <a:ext uri="{FF2B5EF4-FFF2-40B4-BE49-F238E27FC236}">
                <a16:creationId xmlns:a16="http://schemas.microsoft.com/office/drawing/2014/main" id="{9BB866DC-5157-48CC-9C93-5EB9F6E8E2A5}"/>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6726789" y="2885247"/>
            <a:ext cx="366532" cy="366532"/>
          </a:xfrm>
          <a:prstGeom prst="rect">
            <a:avLst/>
          </a:prstGeom>
        </p:spPr>
      </p:pic>
      <p:pic>
        <p:nvPicPr>
          <p:cNvPr id="501" name="그래픽 500">
            <a:extLst>
              <a:ext uri="{FF2B5EF4-FFF2-40B4-BE49-F238E27FC236}">
                <a16:creationId xmlns:a16="http://schemas.microsoft.com/office/drawing/2014/main" id="{6A112D7F-1AEF-4989-9A59-6BBB022A8F98}"/>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7433672" y="2885247"/>
            <a:ext cx="366532" cy="366532"/>
          </a:xfrm>
          <a:prstGeom prst="rect">
            <a:avLst/>
          </a:prstGeom>
        </p:spPr>
      </p:pic>
      <p:pic>
        <p:nvPicPr>
          <p:cNvPr id="502" name="그래픽 501">
            <a:extLst>
              <a:ext uri="{FF2B5EF4-FFF2-40B4-BE49-F238E27FC236}">
                <a16:creationId xmlns:a16="http://schemas.microsoft.com/office/drawing/2014/main" id="{D1E9A3D2-101B-4D22-BCF3-760FBB7E9FAF}"/>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8035372" y="2874466"/>
            <a:ext cx="337784" cy="388092"/>
          </a:xfrm>
          <a:prstGeom prst="rect">
            <a:avLst/>
          </a:prstGeom>
        </p:spPr>
      </p:pic>
      <p:pic>
        <p:nvPicPr>
          <p:cNvPr id="503" name="그래픽 502">
            <a:extLst>
              <a:ext uri="{FF2B5EF4-FFF2-40B4-BE49-F238E27FC236}">
                <a16:creationId xmlns:a16="http://schemas.microsoft.com/office/drawing/2014/main" id="{0B0C0657-80FB-4009-89A2-50B1921CB641}"/>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732330" y="3561063"/>
            <a:ext cx="366532" cy="380906"/>
          </a:xfrm>
          <a:prstGeom prst="rect">
            <a:avLst/>
          </a:prstGeom>
        </p:spPr>
      </p:pic>
      <p:pic>
        <p:nvPicPr>
          <p:cNvPr id="504" name="그래픽 503">
            <a:extLst>
              <a:ext uri="{FF2B5EF4-FFF2-40B4-BE49-F238E27FC236}">
                <a16:creationId xmlns:a16="http://schemas.microsoft.com/office/drawing/2014/main" id="{57F8FDAD-7F65-4D64-9139-9FFC62CD6C65}"/>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1335067" y="3564656"/>
            <a:ext cx="273102" cy="373718"/>
          </a:xfrm>
          <a:prstGeom prst="rect">
            <a:avLst/>
          </a:prstGeom>
        </p:spPr>
      </p:pic>
      <p:pic>
        <p:nvPicPr>
          <p:cNvPr id="505" name="그래픽 504">
            <a:extLst>
              <a:ext uri="{FF2B5EF4-FFF2-40B4-BE49-F238E27FC236}">
                <a16:creationId xmlns:a16="http://schemas.microsoft.com/office/drawing/2014/main" id="{20B5CD9E-9AFA-490D-B226-9A1C86CCA982}"/>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2015435" y="3553877"/>
            <a:ext cx="395278" cy="395278"/>
          </a:xfrm>
          <a:prstGeom prst="rect">
            <a:avLst/>
          </a:prstGeom>
        </p:spPr>
      </p:pic>
      <p:pic>
        <p:nvPicPr>
          <p:cNvPr id="506" name="그래픽 505">
            <a:extLst>
              <a:ext uri="{FF2B5EF4-FFF2-40B4-BE49-F238E27FC236}">
                <a16:creationId xmlns:a16="http://schemas.microsoft.com/office/drawing/2014/main" id="{310ECF70-953B-44E8-A5EC-C265EB6FE8B7}"/>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2638542" y="3618559"/>
            <a:ext cx="395278" cy="265914"/>
          </a:xfrm>
          <a:prstGeom prst="rect">
            <a:avLst/>
          </a:prstGeom>
        </p:spPr>
      </p:pic>
      <p:pic>
        <p:nvPicPr>
          <p:cNvPr id="507" name="그래픽 506">
            <a:extLst>
              <a:ext uri="{FF2B5EF4-FFF2-40B4-BE49-F238E27FC236}">
                <a16:creationId xmlns:a16="http://schemas.microsoft.com/office/drawing/2014/main" id="{87454B88-CFD6-48A5-8BF6-760DF0F1DA14}"/>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3431590" y="3586217"/>
            <a:ext cx="330596" cy="330596"/>
          </a:xfrm>
          <a:prstGeom prst="rect">
            <a:avLst/>
          </a:prstGeom>
        </p:spPr>
      </p:pic>
      <p:pic>
        <p:nvPicPr>
          <p:cNvPr id="508" name="그래픽 507">
            <a:extLst>
              <a:ext uri="{FF2B5EF4-FFF2-40B4-BE49-F238E27FC236}">
                <a16:creationId xmlns:a16="http://schemas.microsoft.com/office/drawing/2014/main" id="{992D5156-41E8-4403-B127-204C3383F80D}"/>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4100385" y="3561063"/>
            <a:ext cx="380906" cy="380906"/>
          </a:xfrm>
          <a:prstGeom prst="rect">
            <a:avLst/>
          </a:prstGeom>
        </p:spPr>
      </p:pic>
      <p:pic>
        <p:nvPicPr>
          <p:cNvPr id="509" name="그래픽 508">
            <a:extLst>
              <a:ext uri="{FF2B5EF4-FFF2-40B4-BE49-F238E27FC236}">
                <a16:creationId xmlns:a16="http://schemas.microsoft.com/office/drawing/2014/main" id="{197A4ECF-AD9D-43A5-87B7-B11BD4B2AE31}"/>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4814929" y="3579030"/>
            <a:ext cx="380906" cy="344970"/>
          </a:xfrm>
          <a:prstGeom prst="rect">
            <a:avLst/>
          </a:prstGeom>
        </p:spPr>
      </p:pic>
      <p:pic>
        <p:nvPicPr>
          <p:cNvPr id="510" name="그래픽 509">
            <a:extLst>
              <a:ext uri="{FF2B5EF4-FFF2-40B4-BE49-F238E27FC236}">
                <a16:creationId xmlns:a16="http://schemas.microsoft.com/office/drawing/2014/main" id="{796EAEBC-28F7-467D-AFCE-E40F00F9DB1B}"/>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5424905" y="3561064"/>
            <a:ext cx="179672" cy="380904"/>
          </a:xfrm>
          <a:prstGeom prst="rect">
            <a:avLst/>
          </a:prstGeom>
        </p:spPr>
      </p:pic>
      <p:pic>
        <p:nvPicPr>
          <p:cNvPr id="511" name="그래픽 510">
            <a:extLst>
              <a:ext uri="{FF2B5EF4-FFF2-40B4-BE49-F238E27FC236}">
                <a16:creationId xmlns:a16="http://schemas.microsoft.com/office/drawing/2014/main" id="{17AE114A-1F88-4C28-8495-913A9CC43C2F}"/>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6058082" y="3561063"/>
            <a:ext cx="380906" cy="380906"/>
          </a:xfrm>
          <a:prstGeom prst="rect">
            <a:avLst/>
          </a:prstGeom>
        </p:spPr>
      </p:pic>
      <p:pic>
        <p:nvPicPr>
          <p:cNvPr id="512" name="그래픽 511">
            <a:extLst>
              <a:ext uri="{FF2B5EF4-FFF2-40B4-BE49-F238E27FC236}">
                <a16:creationId xmlns:a16="http://schemas.microsoft.com/office/drawing/2014/main" id="{01ABAFA0-FC83-4199-B098-69D956C85325}"/>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6701066" y="3561063"/>
            <a:ext cx="380906" cy="380906"/>
          </a:xfrm>
          <a:prstGeom prst="rect">
            <a:avLst/>
          </a:prstGeom>
        </p:spPr>
      </p:pic>
      <p:pic>
        <p:nvPicPr>
          <p:cNvPr id="513" name="그래픽 512">
            <a:extLst>
              <a:ext uri="{FF2B5EF4-FFF2-40B4-BE49-F238E27FC236}">
                <a16:creationId xmlns:a16="http://schemas.microsoft.com/office/drawing/2014/main" id="{5C9F9634-07E2-4D70-88C9-242B166B830A}"/>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7455233" y="3582624"/>
            <a:ext cx="323410" cy="337784"/>
          </a:xfrm>
          <a:prstGeom prst="rect">
            <a:avLst/>
          </a:prstGeom>
        </p:spPr>
      </p:pic>
      <p:pic>
        <p:nvPicPr>
          <p:cNvPr id="514" name="그래픽 513">
            <a:extLst>
              <a:ext uri="{FF2B5EF4-FFF2-40B4-BE49-F238E27FC236}">
                <a16:creationId xmlns:a16="http://schemas.microsoft.com/office/drawing/2014/main" id="{AF916C96-24DA-40CB-BD8D-9C440390648A}"/>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8110638" y="3557469"/>
            <a:ext cx="273102" cy="388092"/>
          </a:xfrm>
          <a:prstGeom prst="rect">
            <a:avLst/>
          </a:prstGeom>
        </p:spPr>
      </p:pic>
      <p:pic>
        <p:nvPicPr>
          <p:cNvPr id="515" name="그래픽 514">
            <a:extLst>
              <a:ext uri="{FF2B5EF4-FFF2-40B4-BE49-F238E27FC236}">
                <a16:creationId xmlns:a16="http://schemas.microsoft.com/office/drawing/2014/main" id="{1172A803-3229-4152-B041-BA0A2450D828}"/>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748445" y="4287466"/>
            <a:ext cx="280288" cy="352156"/>
          </a:xfrm>
          <a:prstGeom prst="rect">
            <a:avLst/>
          </a:prstGeom>
        </p:spPr>
      </p:pic>
      <p:pic>
        <p:nvPicPr>
          <p:cNvPr id="516" name="그래픽 515">
            <a:extLst>
              <a:ext uri="{FF2B5EF4-FFF2-40B4-BE49-F238E27FC236}">
                <a16:creationId xmlns:a16="http://schemas.microsoft.com/office/drawing/2014/main" id="{3896084D-3CA2-4958-82BA-6D0FDE6B78A2}"/>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1351567" y="4273092"/>
            <a:ext cx="330596" cy="380904"/>
          </a:xfrm>
          <a:prstGeom prst="rect">
            <a:avLst/>
          </a:prstGeom>
        </p:spPr>
      </p:pic>
      <p:pic>
        <p:nvPicPr>
          <p:cNvPr id="517" name="그래픽 516">
            <a:extLst>
              <a:ext uri="{FF2B5EF4-FFF2-40B4-BE49-F238E27FC236}">
                <a16:creationId xmlns:a16="http://schemas.microsoft.com/office/drawing/2014/main" id="{6419F2E5-32E6-41BE-BA3B-16FEDD4C44F6}"/>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2048259" y="4276684"/>
            <a:ext cx="323410" cy="373718"/>
          </a:xfrm>
          <a:prstGeom prst="rect">
            <a:avLst/>
          </a:prstGeom>
        </p:spPr>
      </p:pic>
      <p:pic>
        <p:nvPicPr>
          <p:cNvPr id="518" name="그래픽 517">
            <a:extLst>
              <a:ext uri="{FF2B5EF4-FFF2-40B4-BE49-F238E27FC236}">
                <a16:creationId xmlns:a16="http://schemas.microsoft.com/office/drawing/2014/main" id="{7445F454-6292-4D0C-92F1-A13FC089CEE9}"/>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2660203" y="4276684"/>
            <a:ext cx="373718" cy="373718"/>
          </a:xfrm>
          <a:prstGeom prst="rect">
            <a:avLst/>
          </a:prstGeom>
        </p:spPr>
      </p:pic>
      <p:pic>
        <p:nvPicPr>
          <p:cNvPr id="519" name="그래픽 518">
            <a:extLst>
              <a:ext uri="{FF2B5EF4-FFF2-40B4-BE49-F238E27FC236}">
                <a16:creationId xmlns:a16="http://schemas.microsoft.com/office/drawing/2014/main" id="{9C98918B-7774-43F9-B6AF-ED95E5E68F4F}"/>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3380206" y="4291058"/>
            <a:ext cx="366532" cy="344970"/>
          </a:xfrm>
          <a:prstGeom prst="rect">
            <a:avLst/>
          </a:prstGeom>
        </p:spPr>
      </p:pic>
      <p:pic>
        <p:nvPicPr>
          <p:cNvPr id="520" name="그래픽 519">
            <a:extLst>
              <a:ext uri="{FF2B5EF4-FFF2-40B4-BE49-F238E27FC236}">
                <a16:creationId xmlns:a16="http://schemas.microsoft.com/office/drawing/2014/main" id="{20CDA077-967F-4408-9E96-9E61C8D1ECA9}"/>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4032225" y="4247937"/>
            <a:ext cx="438400" cy="431212"/>
          </a:xfrm>
          <a:prstGeom prst="rect">
            <a:avLst/>
          </a:prstGeom>
        </p:spPr>
      </p:pic>
      <p:pic>
        <p:nvPicPr>
          <p:cNvPr id="521" name="그래픽 520">
            <a:extLst>
              <a:ext uri="{FF2B5EF4-FFF2-40B4-BE49-F238E27FC236}">
                <a16:creationId xmlns:a16="http://schemas.microsoft.com/office/drawing/2014/main" id="{6048A8D0-1677-45E3-87F9-1448D55B5890}"/>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4796652" y="4244343"/>
            <a:ext cx="380906" cy="438402"/>
          </a:xfrm>
          <a:prstGeom prst="rect">
            <a:avLst/>
          </a:prstGeom>
        </p:spPr>
      </p:pic>
      <p:pic>
        <p:nvPicPr>
          <p:cNvPr id="522" name="그래픽 521">
            <a:extLst>
              <a:ext uri="{FF2B5EF4-FFF2-40B4-BE49-F238E27FC236}">
                <a16:creationId xmlns:a16="http://schemas.microsoft.com/office/drawing/2014/main" id="{7C234553-E3DC-4054-99AF-3EBA09D0A78E}"/>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5401341" y="4265905"/>
            <a:ext cx="438400" cy="395278"/>
          </a:xfrm>
          <a:prstGeom prst="rect">
            <a:avLst/>
          </a:prstGeom>
        </p:spPr>
      </p:pic>
      <p:pic>
        <p:nvPicPr>
          <p:cNvPr id="523" name="그래픽 522">
            <a:extLst>
              <a:ext uri="{FF2B5EF4-FFF2-40B4-BE49-F238E27FC236}">
                <a16:creationId xmlns:a16="http://schemas.microsoft.com/office/drawing/2014/main" id="{3337A4D8-50DE-4714-B934-4DE4BC479D40}"/>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6074911" y="4244343"/>
            <a:ext cx="380906" cy="438402"/>
          </a:xfrm>
          <a:prstGeom prst="rect">
            <a:avLst/>
          </a:prstGeom>
        </p:spPr>
      </p:pic>
      <p:pic>
        <p:nvPicPr>
          <p:cNvPr id="524" name="그래픽 523">
            <a:extLst>
              <a:ext uri="{FF2B5EF4-FFF2-40B4-BE49-F238E27FC236}">
                <a16:creationId xmlns:a16="http://schemas.microsoft.com/office/drawing/2014/main" id="{4955EE4E-F201-455A-ACC9-8D689F447C72}"/>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6689231" y="4273092"/>
            <a:ext cx="402464" cy="380904"/>
          </a:xfrm>
          <a:prstGeom prst="rect">
            <a:avLst/>
          </a:prstGeom>
        </p:spPr>
      </p:pic>
      <p:pic>
        <p:nvPicPr>
          <p:cNvPr id="525" name="그래픽 524">
            <a:extLst>
              <a:ext uri="{FF2B5EF4-FFF2-40B4-BE49-F238E27FC236}">
                <a16:creationId xmlns:a16="http://schemas.microsoft.com/office/drawing/2014/main" id="{B1EF3C0C-CA98-4003-A50D-DABBA5B68B49}"/>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7392617" y="4265904"/>
            <a:ext cx="380906" cy="395280"/>
          </a:xfrm>
          <a:prstGeom prst="rect">
            <a:avLst/>
          </a:prstGeom>
        </p:spPr>
      </p:pic>
      <p:pic>
        <p:nvPicPr>
          <p:cNvPr id="526" name="그래픽 525">
            <a:extLst>
              <a:ext uri="{FF2B5EF4-FFF2-40B4-BE49-F238E27FC236}">
                <a16:creationId xmlns:a16="http://schemas.microsoft.com/office/drawing/2014/main" id="{0708EABD-D0A6-48D2-B5B8-1B0DB230568D}"/>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7970690" y="4341366"/>
            <a:ext cx="467148" cy="244354"/>
          </a:xfrm>
          <a:prstGeom prst="rect">
            <a:avLst/>
          </a:prstGeom>
        </p:spPr>
      </p:pic>
      <p:pic>
        <p:nvPicPr>
          <p:cNvPr id="527" name="그래픽 526">
            <a:extLst>
              <a:ext uri="{FF2B5EF4-FFF2-40B4-BE49-F238E27FC236}">
                <a16:creationId xmlns:a16="http://schemas.microsoft.com/office/drawing/2014/main" id="{4A4C9B08-7DB5-4552-BF67-50FABCFDC065}"/>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770995" y="5022252"/>
            <a:ext cx="258728" cy="330596"/>
          </a:xfrm>
          <a:prstGeom prst="rect">
            <a:avLst/>
          </a:prstGeom>
        </p:spPr>
      </p:pic>
      <p:pic>
        <p:nvPicPr>
          <p:cNvPr id="528" name="그래픽 527">
            <a:extLst>
              <a:ext uri="{FF2B5EF4-FFF2-40B4-BE49-F238E27FC236}">
                <a16:creationId xmlns:a16="http://schemas.microsoft.com/office/drawing/2014/main" id="{30C2B20E-99E3-49CF-9994-627C12EE9E6E}"/>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1333192" y="4997098"/>
            <a:ext cx="380906" cy="380906"/>
          </a:xfrm>
          <a:prstGeom prst="rect">
            <a:avLst/>
          </a:prstGeom>
        </p:spPr>
      </p:pic>
      <p:pic>
        <p:nvPicPr>
          <p:cNvPr id="529" name="그래픽 528">
            <a:extLst>
              <a:ext uri="{FF2B5EF4-FFF2-40B4-BE49-F238E27FC236}">
                <a16:creationId xmlns:a16="http://schemas.microsoft.com/office/drawing/2014/main" id="{D14BD2F0-E86D-460E-9DDB-5DA49028C3A8}"/>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2038460" y="5007878"/>
            <a:ext cx="359344" cy="359344"/>
          </a:xfrm>
          <a:prstGeom prst="rect">
            <a:avLst/>
          </a:prstGeom>
        </p:spPr>
      </p:pic>
      <p:pic>
        <p:nvPicPr>
          <p:cNvPr id="530" name="그래픽 529">
            <a:extLst>
              <a:ext uri="{FF2B5EF4-FFF2-40B4-BE49-F238E27FC236}">
                <a16:creationId xmlns:a16="http://schemas.microsoft.com/office/drawing/2014/main" id="{6705295B-265F-48AD-BE8C-BD36E7085FCC}"/>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2697496" y="5011473"/>
            <a:ext cx="294662" cy="352156"/>
          </a:xfrm>
          <a:prstGeom prst="rect">
            <a:avLst/>
          </a:prstGeom>
        </p:spPr>
      </p:pic>
      <p:pic>
        <p:nvPicPr>
          <p:cNvPr id="531" name="그래픽 530">
            <a:extLst>
              <a:ext uri="{FF2B5EF4-FFF2-40B4-BE49-F238E27FC236}">
                <a16:creationId xmlns:a16="http://schemas.microsoft.com/office/drawing/2014/main" id="{FACDF5F1-160E-40B7-B132-A7C0D78F0288}"/>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3462074" y="4997099"/>
            <a:ext cx="186858" cy="380904"/>
          </a:xfrm>
          <a:prstGeom prst="rect">
            <a:avLst/>
          </a:prstGeom>
        </p:spPr>
      </p:pic>
      <p:pic>
        <p:nvPicPr>
          <p:cNvPr id="532" name="그래픽 531">
            <a:extLst>
              <a:ext uri="{FF2B5EF4-FFF2-40B4-BE49-F238E27FC236}">
                <a16:creationId xmlns:a16="http://schemas.microsoft.com/office/drawing/2014/main" id="{54A20CE1-A08D-453B-B8A2-2BDBB676B523}"/>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4088316" y="5015065"/>
            <a:ext cx="359344" cy="344970"/>
          </a:xfrm>
          <a:prstGeom prst="rect">
            <a:avLst/>
          </a:prstGeom>
        </p:spPr>
      </p:pic>
      <p:pic>
        <p:nvPicPr>
          <p:cNvPr id="533" name="그래픽 532">
            <a:extLst>
              <a:ext uri="{FF2B5EF4-FFF2-40B4-BE49-F238E27FC236}">
                <a16:creationId xmlns:a16="http://schemas.microsoft.com/office/drawing/2014/main" id="{5B33DDE5-3CB0-4697-BFC1-8F7B40EE2C29}"/>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4819598" y="5033033"/>
            <a:ext cx="366532" cy="309036"/>
          </a:xfrm>
          <a:prstGeom prst="rect">
            <a:avLst/>
          </a:prstGeom>
        </p:spPr>
      </p:pic>
      <p:pic>
        <p:nvPicPr>
          <p:cNvPr id="534" name="그래픽 533">
            <a:extLst>
              <a:ext uri="{FF2B5EF4-FFF2-40B4-BE49-F238E27FC236}">
                <a16:creationId xmlns:a16="http://schemas.microsoft.com/office/drawing/2014/main" id="{296FFF68-A012-41D8-A426-6D88654DB02E}"/>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5438203" y="5011472"/>
            <a:ext cx="316222" cy="352158"/>
          </a:xfrm>
          <a:prstGeom prst="rect">
            <a:avLst/>
          </a:prstGeom>
        </p:spPr>
      </p:pic>
      <p:pic>
        <p:nvPicPr>
          <p:cNvPr id="535" name="그래픽 534">
            <a:extLst>
              <a:ext uri="{FF2B5EF4-FFF2-40B4-BE49-F238E27FC236}">
                <a16:creationId xmlns:a16="http://schemas.microsoft.com/office/drawing/2014/main" id="{02B77EC0-9D03-4620-875A-F4A67D9BB91A}"/>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6097535" y="5018659"/>
            <a:ext cx="265916" cy="337784"/>
          </a:xfrm>
          <a:prstGeom prst="rect">
            <a:avLst/>
          </a:prstGeom>
        </p:spPr>
      </p:pic>
      <p:pic>
        <p:nvPicPr>
          <p:cNvPr id="536" name="그래픽 535">
            <a:extLst>
              <a:ext uri="{FF2B5EF4-FFF2-40B4-BE49-F238E27FC236}">
                <a16:creationId xmlns:a16="http://schemas.microsoft.com/office/drawing/2014/main" id="{77D15C78-4633-4744-9220-74F5E8A41950}"/>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6757986" y="5043812"/>
            <a:ext cx="337784" cy="287476"/>
          </a:xfrm>
          <a:prstGeom prst="rect">
            <a:avLst/>
          </a:prstGeom>
        </p:spPr>
      </p:pic>
      <p:pic>
        <p:nvPicPr>
          <p:cNvPr id="537" name="그래픽 536">
            <a:extLst>
              <a:ext uri="{FF2B5EF4-FFF2-40B4-BE49-F238E27FC236}">
                <a16:creationId xmlns:a16="http://schemas.microsoft.com/office/drawing/2014/main" id="{1E0C65E5-A0DB-485A-A8B4-468D1923E5B1}"/>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7433672" y="5000691"/>
            <a:ext cx="366532" cy="373718"/>
          </a:xfrm>
          <a:prstGeom prst="rect">
            <a:avLst/>
          </a:prstGeom>
        </p:spPr>
      </p:pic>
      <p:pic>
        <p:nvPicPr>
          <p:cNvPr id="538" name="그래픽 537">
            <a:extLst>
              <a:ext uri="{FF2B5EF4-FFF2-40B4-BE49-F238E27FC236}">
                <a16:creationId xmlns:a16="http://schemas.microsoft.com/office/drawing/2014/main" id="{E038A4ED-8D6F-41CF-B35F-67CB1D5EA935}"/>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8049746" y="5033033"/>
            <a:ext cx="309036" cy="309036"/>
          </a:xfrm>
          <a:prstGeom prst="rect">
            <a:avLst/>
          </a:prstGeom>
        </p:spPr>
      </p:pic>
      <p:pic>
        <p:nvPicPr>
          <p:cNvPr id="539" name="그래픽 538">
            <a:extLst>
              <a:ext uri="{FF2B5EF4-FFF2-40B4-BE49-F238E27FC236}">
                <a16:creationId xmlns:a16="http://schemas.microsoft.com/office/drawing/2014/main" id="{0F06F595-79B9-4838-A035-82C6A2868E93}"/>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6112613" y="5712772"/>
            <a:ext cx="316222" cy="273100"/>
          </a:xfrm>
          <a:prstGeom prst="rect">
            <a:avLst/>
          </a:prstGeom>
        </p:spPr>
      </p:pic>
      <p:pic>
        <p:nvPicPr>
          <p:cNvPr id="540" name="그래픽 539">
            <a:extLst>
              <a:ext uri="{FF2B5EF4-FFF2-40B4-BE49-F238E27FC236}">
                <a16:creationId xmlns:a16="http://schemas.microsoft.com/office/drawing/2014/main" id="{37F6C337-DFA8-402D-881D-A7525C314440}"/>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729177" y="5719958"/>
            <a:ext cx="330596" cy="258728"/>
          </a:xfrm>
          <a:prstGeom prst="rect">
            <a:avLst/>
          </a:prstGeom>
        </p:spPr>
      </p:pic>
      <p:pic>
        <p:nvPicPr>
          <p:cNvPr id="541" name="그래픽 540">
            <a:extLst>
              <a:ext uri="{FF2B5EF4-FFF2-40B4-BE49-F238E27FC236}">
                <a16:creationId xmlns:a16="http://schemas.microsoft.com/office/drawing/2014/main" id="{34D12CD6-8208-4F2B-960F-6893859FCEAE}"/>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1333743" y="5684024"/>
            <a:ext cx="330596" cy="330596"/>
          </a:xfrm>
          <a:prstGeom prst="rect">
            <a:avLst/>
          </a:prstGeom>
        </p:spPr>
      </p:pic>
      <p:pic>
        <p:nvPicPr>
          <p:cNvPr id="542" name="그래픽 541">
            <a:extLst>
              <a:ext uri="{FF2B5EF4-FFF2-40B4-BE49-F238E27FC236}">
                <a16:creationId xmlns:a16="http://schemas.microsoft.com/office/drawing/2014/main" id="{FD4DDBD1-C8CC-495D-B81C-C162FAF4F777}"/>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2037494" y="5684024"/>
            <a:ext cx="395278" cy="330596"/>
          </a:xfrm>
          <a:prstGeom prst="rect">
            <a:avLst/>
          </a:prstGeom>
        </p:spPr>
      </p:pic>
      <p:pic>
        <p:nvPicPr>
          <p:cNvPr id="543" name="그래픽 542">
            <a:extLst>
              <a:ext uri="{FF2B5EF4-FFF2-40B4-BE49-F238E27FC236}">
                <a16:creationId xmlns:a16="http://schemas.microsoft.com/office/drawing/2014/main" id="{E96D74A8-00A8-42EF-9967-F4567E2CFD33}"/>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2691672" y="5680431"/>
            <a:ext cx="337784" cy="337784"/>
          </a:xfrm>
          <a:prstGeom prst="rect">
            <a:avLst/>
          </a:prstGeom>
        </p:spPr>
      </p:pic>
      <p:pic>
        <p:nvPicPr>
          <p:cNvPr id="544" name="그래픽 543">
            <a:extLst>
              <a:ext uri="{FF2B5EF4-FFF2-40B4-BE49-F238E27FC236}">
                <a16:creationId xmlns:a16="http://schemas.microsoft.com/office/drawing/2014/main" id="{A43894E6-151B-47D3-A710-EC1ADD31C77C}"/>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3390209" y="5658870"/>
            <a:ext cx="366532" cy="380906"/>
          </a:xfrm>
          <a:prstGeom prst="rect">
            <a:avLst/>
          </a:prstGeom>
        </p:spPr>
      </p:pic>
      <p:pic>
        <p:nvPicPr>
          <p:cNvPr id="545" name="그래픽 544">
            <a:extLst>
              <a:ext uri="{FF2B5EF4-FFF2-40B4-BE49-F238E27FC236}">
                <a16:creationId xmlns:a16="http://schemas.microsoft.com/office/drawing/2014/main" id="{AADF92AE-FBE6-47DB-B18E-9EE829FB58D9}"/>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4111654" y="5694805"/>
            <a:ext cx="294662" cy="309036"/>
          </a:xfrm>
          <a:prstGeom prst="rect">
            <a:avLst/>
          </a:prstGeom>
        </p:spPr>
      </p:pic>
      <p:pic>
        <p:nvPicPr>
          <p:cNvPr id="546" name="그래픽 545">
            <a:extLst>
              <a:ext uri="{FF2B5EF4-FFF2-40B4-BE49-F238E27FC236}">
                <a16:creationId xmlns:a16="http://schemas.microsoft.com/office/drawing/2014/main" id="{842C90A8-D509-4C62-97F1-D26D56B0B683}"/>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4803104" y="5684024"/>
            <a:ext cx="352158" cy="330596"/>
          </a:xfrm>
          <a:prstGeom prst="rect">
            <a:avLst/>
          </a:prstGeom>
        </p:spPr>
      </p:pic>
      <p:pic>
        <p:nvPicPr>
          <p:cNvPr id="547" name="그래픽 546">
            <a:extLst>
              <a:ext uri="{FF2B5EF4-FFF2-40B4-BE49-F238E27FC236}">
                <a16:creationId xmlns:a16="http://schemas.microsoft.com/office/drawing/2014/main" id="{827DB1E5-9B25-4856-9CEF-C27241790B55}"/>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5472079" y="5687618"/>
            <a:ext cx="316222" cy="323410"/>
          </a:xfrm>
          <a:prstGeom prst="rect">
            <a:avLst/>
          </a:prstGeom>
        </p:spPr>
      </p:pic>
      <p:pic>
        <p:nvPicPr>
          <p:cNvPr id="548" name="그래픽 547">
            <a:extLst>
              <a:ext uri="{FF2B5EF4-FFF2-40B4-BE49-F238E27FC236}">
                <a16:creationId xmlns:a16="http://schemas.microsoft.com/office/drawing/2014/main" id="{BD7CCEFA-6E84-4B25-A33B-DB30FEAE8353}"/>
              </a:ext>
            </a:extLst>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6739463" y="5684024"/>
            <a:ext cx="337784" cy="330596"/>
          </a:xfrm>
          <a:prstGeom prst="rect">
            <a:avLst/>
          </a:prstGeom>
        </p:spPr>
      </p:pic>
      <p:pic>
        <p:nvPicPr>
          <p:cNvPr id="549" name="그래픽 548">
            <a:extLst>
              <a:ext uri="{FF2B5EF4-FFF2-40B4-BE49-F238E27FC236}">
                <a16:creationId xmlns:a16="http://schemas.microsoft.com/office/drawing/2014/main" id="{CE8072BA-0B76-4962-BD6F-23605E5FA70B}"/>
              </a:ext>
            </a:extLst>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7456315" y="5673244"/>
            <a:ext cx="359344" cy="352158"/>
          </a:xfrm>
          <a:prstGeom prst="rect">
            <a:avLst/>
          </a:prstGeom>
        </p:spPr>
      </p:pic>
      <p:pic>
        <p:nvPicPr>
          <p:cNvPr id="550" name="그래픽 549">
            <a:extLst>
              <a:ext uri="{FF2B5EF4-FFF2-40B4-BE49-F238E27FC236}">
                <a16:creationId xmlns:a16="http://schemas.microsoft.com/office/drawing/2014/main" id="{E50E9030-A756-4B2B-9860-11D1E36EC1C4}"/>
              </a:ext>
            </a:extLst>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8038128" y="5676837"/>
            <a:ext cx="344970" cy="344970"/>
          </a:xfrm>
          <a:prstGeom prst="rect">
            <a:avLst/>
          </a:prstGeom>
        </p:spPr>
      </p:pic>
    </p:spTree>
    <p:extLst>
      <p:ext uri="{BB962C8B-B14F-4D97-AF65-F5344CB8AC3E}">
        <p14:creationId xmlns:p14="http://schemas.microsoft.com/office/powerpoint/2010/main" val="3343412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8DEFEF2-0C7B-4BE2-8ACB-738938241BED}"/>
              </a:ext>
            </a:extLst>
          </p:cNvPr>
          <p:cNvSpPr txBox="1"/>
          <p:nvPr/>
        </p:nvSpPr>
        <p:spPr>
          <a:xfrm>
            <a:off x="3057625" y="2767281"/>
            <a:ext cx="6076750" cy="1323439"/>
          </a:xfrm>
          <a:prstGeom prst="rect">
            <a:avLst/>
          </a:prstGeom>
          <a:noFill/>
        </p:spPr>
        <p:txBody>
          <a:bodyPr wrap="square" rtlCol="0" anchor="ctr" anchorCtr="0">
            <a:spAutoFit/>
          </a:bodyPr>
          <a:lstStyle>
            <a:defPPr>
              <a:defRPr lang="ko-KR"/>
            </a:defPPr>
            <a:lvl1pPr>
              <a:defRPr sz="4000" b="1">
                <a:latin typeface="+mj-lt"/>
                <a:cs typeface="Arial" panose="020B0604020202020204" pitchFamily="34" charset="0"/>
              </a:defRPr>
            </a:lvl1pPr>
          </a:lstStyle>
          <a:p>
            <a:pPr algn="ctr"/>
            <a:r>
              <a:rPr lang="en-US" altLang="ko-KR" sz="8000" b="0" dirty="0">
                <a:solidFill>
                  <a:srgbClr val="082D6E"/>
                </a:solidFill>
              </a:rPr>
              <a:t>Thanks !</a:t>
            </a:r>
          </a:p>
        </p:txBody>
      </p:sp>
    </p:spTree>
    <p:extLst>
      <p:ext uri="{BB962C8B-B14F-4D97-AF65-F5344CB8AC3E}">
        <p14:creationId xmlns:p14="http://schemas.microsoft.com/office/powerpoint/2010/main" val="1907620479"/>
      </p:ext>
    </p:extLst>
  </p:cSld>
  <p:clrMapOvr>
    <a:masterClrMapping/>
  </p:clrMapOvr>
</p:sld>
</file>

<file path=ppt/theme/theme1.xml><?xml version="1.0" encoding="utf-8"?>
<a:theme xmlns:a="http://schemas.openxmlformats.org/drawingml/2006/main" name="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bas Neue - Poppins Light">
      <a:majorFont>
        <a:latin typeface="Bebas Neue"/>
        <a:ea typeface="Arial Unicode MS"/>
        <a:cs typeface=""/>
      </a:majorFont>
      <a:minorFont>
        <a:latin typeface="Poppins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ADEDF7"/>
        </a:solidFill>
        <a:ln w="6350">
          <a:noFill/>
        </a:ln>
      </a:spPr>
      <a:bodyPr rtlCol="0" anchor="ctr"/>
      <a:lstStyle>
        <a:defPPr algn="ctr">
          <a:defRPr sz="2400">
            <a:solidFill>
              <a:srgbClr val="082D6E"/>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1106</Words>
  <Application>Microsoft Office PowerPoint</Application>
  <PresentationFormat>宽屏</PresentationFormat>
  <Paragraphs>170</Paragraphs>
  <Slides>24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24</vt:i4>
      </vt:variant>
    </vt:vector>
  </HeadingPairs>
  <TitlesOfParts>
    <vt:vector size="28" baseType="lpstr">
      <vt:lpstr>Arial</vt:lpstr>
      <vt:lpstr>맑은 고딕</vt:lpstr>
      <vt:lpstr>Wingdings</vt:lpstr>
      <vt:lpstr>PPTMON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2026-05-27T08:48:41Z</dcterms:created>
  <dcterms:modified xsi:type="dcterms:W3CDTF">2026-05-27T08:54:24Z</dcterms:modified>
</cp:coreProperties>
</file>